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70" r:id="rId2"/>
    <p:sldId id="271" r:id="rId3"/>
    <p:sldId id="272" r:id="rId4"/>
    <p:sldId id="290" r:id="rId5"/>
    <p:sldId id="298" r:id="rId6"/>
    <p:sldId id="287" r:id="rId7"/>
    <p:sldId id="288" r:id="rId8"/>
    <p:sldId id="299" r:id="rId9"/>
    <p:sldId id="277" r:id="rId10"/>
    <p:sldId id="278" r:id="rId11"/>
    <p:sldId id="285" r:id="rId12"/>
    <p:sldId id="279" r:id="rId13"/>
    <p:sldId id="280" r:id="rId14"/>
    <p:sldId id="289" r:id="rId15"/>
    <p:sldId id="284" r:id="rId16"/>
    <p:sldId id="282" r:id="rId17"/>
    <p:sldId id="276" r:id="rId18"/>
    <p:sldId id="292" r:id="rId19"/>
    <p:sldId id="294" r:id="rId20"/>
    <p:sldId id="295" r:id="rId21"/>
    <p:sldId id="296" r:id="rId22"/>
    <p:sldId id="297" r:id="rId23"/>
  </p:sldIdLst>
  <p:sldSz cx="12192000" cy="6858000"/>
  <p:notesSz cx="6858000" cy="9144000"/>
  <p:embeddedFontLst>
    <p:embeddedFont>
      <p:font typeface="Barlow" panose="00000500000000000000" pitchFamily="2" charset="0"/>
      <p:regular r:id="rId24"/>
      <p:bold r:id="rId25"/>
      <p:italic r:id="rId26"/>
      <p:boldItalic r:id="rId27"/>
    </p:embeddedFont>
    <p:embeddedFont>
      <p:font typeface="K2D" panose="020B0604020202020204" charset="-34"/>
      <p:regular r:id="rId28"/>
      <p:bold r:id="rId29"/>
      <p:italic r:id="rId30"/>
      <p:boldItalic r:id="rId31"/>
    </p:embeddedFont>
    <p:embeddedFont>
      <p:font typeface="Readex Pro" panose="020B060402020202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7C391C-E85D-49C1-B6CF-07F24EEA873D}" v="229" dt="2025-06-17T12:24:50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5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08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í Minh" userId="8d3b3062544bda4b" providerId="LiveId" clId="{F77C391C-E85D-49C1-B6CF-07F24EEA873D}"/>
    <pc:docChg chg="undo custSel addSld delSld modSld sldOrd modMainMaster">
      <pc:chgData name="Trí Minh" userId="8d3b3062544bda4b" providerId="LiveId" clId="{F77C391C-E85D-49C1-B6CF-07F24EEA873D}" dt="2025-06-17T12:25:59.120" v="1601" actId="5793"/>
      <pc:docMkLst>
        <pc:docMk/>
      </pc:docMkLst>
      <pc:sldChg chg="addSp delSp modSp mod modTransition setFolMasterAnim modAnim">
        <pc:chgData name="Trí Minh" userId="8d3b3062544bda4b" providerId="LiveId" clId="{F77C391C-E85D-49C1-B6CF-07F24EEA873D}" dt="2025-06-09T16:03:14.289" v="1193" actId="1076"/>
        <pc:sldMkLst>
          <pc:docMk/>
          <pc:sldMk cId="0" sldId="270"/>
        </pc:sldMkLst>
        <pc:spChg chg="mod">
          <ac:chgData name="Trí Minh" userId="8d3b3062544bda4b" providerId="LiveId" clId="{F77C391C-E85D-49C1-B6CF-07F24EEA873D}" dt="2025-06-07T09:22:08.052" v="0" actId="2711"/>
          <ac:spMkLst>
            <pc:docMk/>
            <pc:sldMk cId="0" sldId="270"/>
            <ac:spMk id="2" creationId="{00000000-0000-0000-0000-000000000000}"/>
          </ac:spMkLst>
        </pc:spChg>
        <pc:spChg chg="mod">
          <ac:chgData name="Trí Minh" userId="8d3b3062544bda4b" providerId="LiveId" clId="{F77C391C-E85D-49C1-B6CF-07F24EEA873D}" dt="2025-06-07T09:22:36.569" v="1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Trí Minh" userId="8d3b3062544bda4b" providerId="LiveId" clId="{F77C391C-E85D-49C1-B6CF-07F24EEA873D}" dt="2025-06-09T16:03:14.289" v="1193" actId="1076"/>
          <ac:spMkLst>
            <pc:docMk/>
            <pc:sldMk cId="0" sldId="270"/>
            <ac:spMk id="4" creationId="{00000000-0000-0000-0000-000000000000}"/>
          </ac:spMkLst>
        </pc:spChg>
      </pc:sldChg>
      <pc:sldChg chg="addSp modSp mod modTransition modAnim">
        <pc:chgData name="Trí Minh" userId="8d3b3062544bda4b" providerId="LiveId" clId="{F77C391C-E85D-49C1-B6CF-07F24EEA873D}" dt="2025-06-09T16:34:51.982" v="1386" actId="1076"/>
        <pc:sldMkLst>
          <pc:docMk/>
          <pc:sldMk cId="0" sldId="271"/>
        </pc:sldMkLst>
        <pc:spChg chg="mod">
          <ac:chgData name="Trí Minh" userId="8d3b3062544bda4b" providerId="LiveId" clId="{F77C391C-E85D-49C1-B6CF-07F24EEA873D}" dt="2025-06-09T16:34:27.130" v="1385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Trí Minh" userId="8d3b3062544bda4b" providerId="LiveId" clId="{F77C391C-E85D-49C1-B6CF-07F24EEA873D}" dt="2025-06-09T16:34:51.982" v="1386" actId="1076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6:34:20.677" v="1384" actId="1076"/>
          <ac:spMkLst>
            <pc:docMk/>
            <pc:sldMk cId="0" sldId="271"/>
            <ac:spMk id="4" creationId="{41AE88CD-4D91-29CA-39F6-800CE172CD86}"/>
          </ac:spMkLst>
        </pc:spChg>
      </pc:sldChg>
      <pc:sldChg chg="modSp mod modTransition modAnim">
        <pc:chgData name="Trí Minh" userId="8d3b3062544bda4b" providerId="LiveId" clId="{F77C391C-E85D-49C1-B6CF-07F24EEA873D}" dt="2025-06-09T16:35:09.804" v="1389" actId="113"/>
        <pc:sldMkLst>
          <pc:docMk/>
          <pc:sldMk cId="0" sldId="272"/>
        </pc:sldMkLst>
        <pc:spChg chg="mod">
          <ac:chgData name="Trí Minh" userId="8d3b3062544bda4b" providerId="LiveId" clId="{F77C391C-E85D-49C1-B6CF-07F24EEA873D}" dt="2025-06-09T16:35:09.804" v="1389" actId="113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mod ord modTransition delAnim">
        <pc:chgData name="Trí Minh" userId="8d3b3062544bda4b" providerId="LiveId" clId="{F77C391C-E85D-49C1-B6CF-07F24EEA873D}" dt="2025-06-17T12:23:06.332" v="1576" actId="20577"/>
        <pc:sldMkLst>
          <pc:docMk/>
          <pc:sldMk cId="0" sldId="276"/>
        </pc:sldMkLst>
        <pc:spChg chg="add mod">
          <ac:chgData name="Trí Minh" userId="8d3b3062544bda4b" providerId="LiveId" clId="{F77C391C-E85D-49C1-B6CF-07F24EEA873D}" dt="2025-06-09T13:13:24.436" v="943" actId="14100"/>
          <ac:spMkLst>
            <pc:docMk/>
            <pc:sldMk cId="0" sldId="276"/>
            <ac:spMk id="2" creationId="{5072B535-3F24-2C54-3D6C-685BCFAB3C5D}"/>
          </ac:spMkLst>
        </pc:spChg>
        <pc:spChg chg="add mod">
          <ac:chgData name="Trí Minh" userId="8d3b3062544bda4b" providerId="LiveId" clId="{F77C391C-E85D-49C1-B6CF-07F24EEA873D}" dt="2025-06-17T12:23:06.332" v="1576" actId="20577"/>
          <ac:spMkLst>
            <pc:docMk/>
            <pc:sldMk cId="0" sldId="276"/>
            <ac:spMk id="3" creationId="{0E4CA116-EA38-3FF0-4E6B-035A1ED263C6}"/>
          </ac:spMkLst>
        </pc:spChg>
        <pc:picChg chg="mod">
          <ac:chgData name="Trí Minh" userId="8d3b3062544bda4b" providerId="LiveId" clId="{F77C391C-E85D-49C1-B6CF-07F24EEA873D}" dt="2025-06-09T12:30:00.161" v="99" actId="1076"/>
          <ac:picMkLst>
            <pc:docMk/>
            <pc:sldMk cId="0" sldId="276"/>
            <ac:picMk id="6" creationId="{00000000-0000-0000-0000-000000000000}"/>
          </ac:picMkLst>
        </pc:picChg>
      </pc:sldChg>
      <pc:sldChg chg="modSp mod modTransition modAnim">
        <pc:chgData name="Trí Minh" userId="8d3b3062544bda4b" providerId="LiveId" clId="{F77C391C-E85D-49C1-B6CF-07F24EEA873D}" dt="2025-06-09T13:37:17.745" v="1092"/>
        <pc:sldMkLst>
          <pc:docMk/>
          <pc:sldMk cId="393682063" sldId="277"/>
        </pc:sldMkLst>
        <pc:spChg chg="mod">
          <ac:chgData name="Trí Minh" userId="8d3b3062544bda4b" providerId="LiveId" clId="{F77C391C-E85D-49C1-B6CF-07F24EEA873D}" dt="2025-06-09T12:40:41.397" v="311" actId="113"/>
          <ac:spMkLst>
            <pc:docMk/>
            <pc:sldMk cId="393682063" sldId="277"/>
            <ac:spMk id="2" creationId="{00000000-0000-0000-0000-000000000000}"/>
          </ac:spMkLst>
        </pc:spChg>
        <pc:spChg chg="mod">
          <ac:chgData name="Trí Minh" userId="8d3b3062544bda4b" providerId="LiveId" clId="{F77C391C-E85D-49C1-B6CF-07F24EEA873D}" dt="2025-06-09T12:22:47.837" v="8" actId="1076"/>
          <ac:spMkLst>
            <pc:docMk/>
            <pc:sldMk cId="393682063" sldId="277"/>
            <ac:spMk id="4" creationId="{00000000-0000-0000-0000-000000000000}"/>
          </ac:spMkLst>
        </pc:spChg>
        <pc:picChg chg="mod">
          <ac:chgData name="Trí Minh" userId="8d3b3062544bda4b" providerId="LiveId" clId="{F77C391C-E85D-49C1-B6CF-07F24EEA873D}" dt="2025-06-09T12:26:49.333" v="50" actId="1076"/>
          <ac:picMkLst>
            <pc:docMk/>
            <pc:sldMk cId="393682063" sldId="277"/>
            <ac:picMk id="1027" creationId="{00000000-0000-0000-0000-000000000000}"/>
          </ac:picMkLst>
        </pc:picChg>
      </pc:sldChg>
      <pc:sldChg chg="addSp delSp modSp mod modTransition modAnim">
        <pc:chgData name="Trí Minh" userId="8d3b3062544bda4b" providerId="LiveId" clId="{F77C391C-E85D-49C1-B6CF-07F24EEA873D}" dt="2025-06-09T13:37:17.745" v="1092"/>
        <pc:sldMkLst>
          <pc:docMk/>
          <pc:sldMk cId="341067792" sldId="278"/>
        </pc:sldMkLst>
        <pc:spChg chg="mod">
          <ac:chgData name="Trí Minh" userId="8d3b3062544bda4b" providerId="LiveId" clId="{F77C391C-E85D-49C1-B6CF-07F24EEA873D}" dt="2025-06-09T12:57:46.646" v="665" actId="1076"/>
          <ac:spMkLst>
            <pc:docMk/>
            <pc:sldMk cId="341067792" sldId="278"/>
            <ac:spMk id="2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8:14.091" v="60"/>
          <ac:spMkLst>
            <pc:docMk/>
            <pc:sldMk cId="341067792" sldId="278"/>
            <ac:spMk id="3" creationId="{E3C607B4-5BD5-1E76-3907-6DF65C981666}"/>
          </ac:spMkLst>
        </pc:spChg>
        <pc:spChg chg="mod">
          <ac:chgData name="Trí Minh" userId="8d3b3062544bda4b" providerId="LiveId" clId="{F77C391C-E85D-49C1-B6CF-07F24EEA873D}" dt="2025-06-09T12:28:23.707" v="78" actId="20577"/>
          <ac:spMkLst>
            <pc:docMk/>
            <pc:sldMk cId="341067792" sldId="278"/>
            <ac:spMk id="4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57:37.490" v="664" actId="113"/>
          <ac:spMkLst>
            <pc:docMk/>
            <pc:sldMk cId="341067792" sldId="278"/>
            <ac:spMk id="8" creationId="{F101FB31-5D5E-B2E6-E6DA-F6A837792E93}"/>
          </ac:spMkLst>
        </pc:spChg>
        <pc:picChg chg="mod">
          <ac:chgData name="Trí Minh" userId="8d3b3062544bda4b" providerId="LiveId" clId="{F77C391C-E85D-49C1-B6CF-07F24EEA873D}" dt="2025-06-09T12:57:49.076" v="666" actId="1076"/>
          <ac:picMkLst>
            <pc:docMk/>
            <pc:sldMk cId="341067792" sldId="278"/>
            <ac:picMk id="2050" creationId="{00000000-0000-0000-0000-000000000000}"/>
          </ac:picMkLst>
        </pc:picChg>
      </pc:sldChg>
      <pc:sldChg chg="addSp modSp mod modTransition modAnim">
        <pc:chgData name="Trí Minh" userId="8d3b3062544bda4b" providerId="LiveId" clId="{F77C391C-E85D-49C1-B6CF-07F24EEA873D}" dt="2025-06-09T13:37:17.745" v="1092"/>
        <pc:sldMkLst>
          <pc:docMk/>
          <pc:sldMk cId="1962578292" sldId="279"/>
        </pc:sldMkLst>
        <pc:spChg chg="mod">
          <ac:chgData name="Trí Minh" userId="8d3b3062544bda4b" providerId="LiveId" clId="{F77C391C-E85D-49C1-B6CF-07F24EEA873D}" dt="2025-06-09T13:01:24.497" v="729" actId="2711"/>
          <ac:spMkLst>
            <pc:docMk/>
            <pc:sldMk cId="1962578292" sldId="279"/>
            <ac:spMk id="2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8:50.667" v="84"/>
          <ac:spMkLst>
            <pc:docMk/>
            <pc:sldMk cId="1962578292" sldId="279"/>
            <ac:spMk id="3" creationId="{80997BB9-5B07-CB76-149D-32B633D178E3}"/>
          </ac:spMkLst>
        </pc:spChg>
        <pc:spChg chg="mod">
          <ac:chgData name="Trí Minh" userId="8d3b3062544bda4b" providerId="LiveId" clId="{F77C391C-E85D-49C1-B6CF-07F24EEA873D}" dt="2025-06-09T12:28:49.107" v="83" actId="20577"/>
          <ac:spMkLst>
            <pc:docMk/>
            <pc:sldMk cId="1962578292" sldId="279"/>
            <ac:spMk id="4" creationId="{00000000-0000-0000-0000-000000000000}"/>
          </ac:spMkLst>
        </pc:spChg>
        <pc:picChg chg="mod">
          <ac:chgData name="Trí Minh" userId="8d3b3062544bda4b" providerId="LiveId" clId="{F77C391C-E85D-49C1-B6CF-07F24EEA873D}" dt="2025-06-09T12:59:27.006" v="692" actId="1076"/>
          <ac:picMkLst>
            <pc:docMk/>
            <pc:sldMk cId="1962578292" sldId="279"/>
            <ac:picMk id="3074" creationId="{00000000-0000-0000-0000-000000000000}"/>
          </ac:picMkLst>
        </pc:picChg>
        <pc:picChg chg="mod">
          <ac:chgData name="Trí Minh" userId="8d3b3062544bda4b" providerId="LiveId" clId="{F77C391C-E85D-49C1-B6CF-07F24EEA873D}" dt="2025-06-09T13:01:10.471" v="728" actId="1076"/>
          <ac:picMkLst>
            <pc:docMk/>
            <pc:sldMk cId="1962578292" sldId="279"/>
            <ac:picMk id="3075" creationId="{00000000-0000-0000-0000-000000000000}"/>
          </ac:picMkLst>
        </pc:picChg>
      </pc:sldChg>
      <pc:sldChg chg="addSp modSp mod modTransition modAnim">
        <pc:chgData name="Trí Minh" userId="8d3b3062544bda4b" providerId="LiveId" clId="{F77C391C-E85D-49C1-B6CF-07F24EEA873D}" dt="2025-06-09T13:37:17.745" v="1092"/>
        <pc:sldMkLst>
          <pc:docMk/>
          <pc:sldMk cId="2839398467" sldId="280"/>
        </pc:sldMkLst>
        <pc:spChg chg="mod">
          <ac:chgData name="Trí Minh" userId="8d3b3062544bda4b" providerId="LiveId" clId="{F77C391C-E85D-49C1-B6CF-07F24EEA873D}" dt="2025-06-09T13:03:02.686" v="742" actId="113"/>
          <ac:spMkLst>
            <pc:docMk/>
            <pc:sldMk cId="2839398467" sldId="280"/>
            <ac:spMk id="2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8:55.302" v="86"/>
          <ac:spMkLst>
            <pc:docMk/>
            <pc:sldMk cId="2839398467" sldId="280"/>
            <ac:spMk id="3" creationId="{F1E1940F-E63D-FB5C-7E48-65A754BE2E91}"/>
          </ac:spMkLst>
        </pc:spChg>
        <pc:spChg chg="mod">
          <ac:chgData name="Trí Minh" userId="8d3b3062544bda4b" providerId="LiveId" clId="{F77C391C-E85D-49C1-B6CF-07F24EEA873D}" dt="2025-06-09T12:28:54.737" v="85" actId="20577"/>
          <ac:spMkLst>
            <pc:docMk/>
            <pc:sldMk cId="2839398467" sldId="280"/>
            <ac:spMk id="4" creationId="{00000000-0000-0000-0000-000000000000}"/>
          </ac:spMkLst>
        </pc:spChg>
        <pc:picChg chg="mod">
          <ac:chgData name="Trí Minh" userId="8d3b3062544bda4b" providerId="LiveId" clId="{F77C391C-E85D-49C1-B6CF-07F24EEA873D}" dt="2025-06-09T13:02:36.960" v="738" actId="1076"/>
          <ac:picMkLst>
            <pc:docMk/>
            <pc:sldMk cId="2839398467" sldId="280"/>
            <ac:picMk id="4098" creationId="{00000000-0000-0000-0000-000000000000}"/>
          </ac:picMkLst>
        </pc:picChg>
      </pc:sldChg>
      <pc:sldChg chg="addSp modSp mod modTransition modAnim">
        <pc:chgData name="Trí Minh" userId="8d3b3062544bda4b" providerId="LiveId" clId="{F77C391C-E85D-49C1-B6CF-07F24EEA873D}" dt="2025-06-09T16:36:35.696" v="1393" actId="20577"/>
        <pc:sldMkLst>
          <pc:docMk/>
          <pc:sldMk cId="526700523" sldId="282"/>
        </pc:sldMkLst>
        <pc:spChg chg="mod">
          <ac:chgData name="Trí Minh" userId="8d3b3062544bda4b" providerId="LiveId" clId="{F77C391C-E85D-49C1-B6CF-07F24EEA873D}" dt="2025-06-09T16:36:35.696" v="1393" actId="20577"/>
          <ac:spMkLst>
            <pc:docMk/>
            <pc:sldMk cId="526700523" sldId="282"/>
            <ac:spMk id="2" creationId="{00000000-0000-0000-0000-000000000000}"/>
          </ac:spMkLst>
        </pc:spChg>
        <pc:spChg chg="mod">
          <ac:chgData name="Trí Minh" userId="8d3b3062544bda4b" providerId="LiveId" clId="{F77C391C-E85D-49C1-B6CF-07F24EEA873D}" dt="2025-06-09T12:29:16.821" v="94" actId="20577"/>
          <ac:spMkLst>
            <pc:docMk/>
            <pc:sldMk cId="526700523" sldId="282"/>
            <ac:spMk id="4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9:17.173" v="95"/>
          <ac:spMkLst>
            <pc:docMk/>
            <pc:sldMk cId="526700523" sldId="282"/>
            <ac:spMk id="5" creationId="{D08EC229-7E1A-6D94-8CFE-0F6EC1F6C98E}"/>
          </ac:spMkLst>
        </pc:spChg>
        <pc:spChg chg="add mod">
          <ac:chgData name="Trí Minh" userId="8d3b3062544bda4b" providerId="LiveId" clId="{F77C391C-E85D-49C1-B6CF-07F24EEA873D}" dt="2025-06-09T13:09:54.738" v="878" actId="1076"/>
          <ac:spMkLst>
            <pc:docMk/>
            <pc:sldMk cId="526700523" sldId="282"/>
            <ac:spMk id="6" creationId="{EBACC622-47C6-16B5-D783-818E8D00AF16}"/>
          </ac:spMkLst>
        </pc:spChg>
        <pc:picChg chg="mod">
          <ac:chgData name="Trí Minh" userId="8d3b3062544bda4b" providerId="LiveId" clId="{F77C391C-E85D-49C1-B6CF-07F24EEA873D}" dt="2025-06-09T13:09:50.176" v="877" actId="1076"/>
          <ac:picMkLst>
            <pc:docMk/>
            <pc:sldMk cId="526700523" sldId="282"/>
            <ac:picMk id="7" creationId="{00000000-0000-0000-0000-000000000000}"/>
          </ac:picMkLst>
        </pc:picChg>
        <pc:picChg chg="mod">
          <ac:chgData name="Trí Minh" userId="8d3b3062544bda4b" providerId="LiveId" clId="{F77C391C-E85D-49C1-B6CF-07F24EEA873D}" dt="2025-06-09T13:24:16.556" v="1025" actId="1076"/>
          <ac:picMkLst>
            <pc:docMk/>
            <pc:sldMk cId="526700523" sldId="282"/>
            <ac:picMk id="6146" creationId="{00000000-0000-0000-0000-000000000000}"/>
          </ac:picMkLst>
        </pc:picChg>
      </pc:sldChg>
      <pc:sldChg chg="addSp modSp mod modTransition modAnim">
        <pc:chgData name="Trí Minh" userId="8d3b3062544bda4b" providerId="LiveId" clId="{F77C391C-E85D-49C1-B6CF-07F24EEA873D}" dt="2025-06-09T16:40:03.873" v="1400" actId="20577"/>
        <pc:sldMkLst>
          <pc:docMk/>
          <pc:sldMk cId="4188846782" sldId="284"/>
        </pc:sldMkLst>
        <pc:spChg chg="mod">
          <ac:chgData name="Trí Minh" userId="8d3b3062544bda4b" providerId="LiveId" clId="{F77C391C-E85D-49C1-B6CF-07F24EEA873D}" dt="2025-06-09T16:40:03.873" v="1400" actId="20577"/>
          <ac:spMkLst>
            <pc:docMk/>
            <pc:sldMk cId="4188846782" sldId="284"/>
            <ac:spMk id="2" creationId="{00000000-0000-0000-0000-000000000000}"/>
          </ac:spMkLst>
        </pc:spChg>
        <pc:spChg chg="mod">
          <ac:chgData name="Trí Minh" userId="8d3b3062544bda4b" providerId="LiveId" clId="{F77C391C-E85D-49C1-B6CF-07F24EEA873D}" dt="2025-06-09T12:29:10.252" v="91" actId="20577"/>
          <ac:spMkLst>
            <pc:docMk/>
            <pc:sldMk cId="4188846782" sldId="284"/>
            <ac:spMk id="4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9:10.637" v="92"/>
          <ac:spMkLst>
            <pc:docMk/>
            <pc:sldMk cId="4188846782" sldId="284"/>
            <ac:spMk id="6" creationId="{101E3F93-F056-387F-5B5D-51FB67BF26EA}"/>
          </ac:spMkLst>
        </pc:spChg>
        <pc:picChg chg="mod">
          <ac:chgData name="Trí Minh" userId="8d3b3062544bda4b" providerId="LiveId" clId="{F77C391C-E85D-49C1-B6CF-07F24EEA873D}" dt="2025-06-09T13:05:20.136" v="768" actId="1076"/>
          <ac:picMkLst>
            <pc:docMk/>
            <pc:sldMk cId="4188846782" sldId="284"/>
            <ac:picMk id="8194" creationId="{00000000-0000-0000-0000-000000000000}"/>
          </ac:picMkLst>
        </pc:picChg>
        <pc:picChg chg="mod">
          <ac:chgData name="Trí Minh" userId="8d3b3062544bda4b" providerId="LiveId" clId="{F77C391C-E85D-49C1-B6CF-07F24EEA873D}" dt="2025-06-09T13:05:21.970" v="769" actId="1076"/>
          <ac:picMkLst>
            <pc:docMk/>
            <pc:sldMk cId="4188846782" sldId="284"/>
            <ac:picMk id="8195" creationId="{00000000-0000-0000-0000-000000000000}"/>
          </ac:picMkLst>
        </pc:picChg>
      </pc:sldChg>
      <pc:sldChg chg="addSp modSp mod modTransition modAnim">
        <pc:chgData name="Trí Minh" userId="8d3b3062544bda4b" providerId="LiveId" clId="{F77C391C-E85D-49C1-B6CF-07F24EEA873D}" dt="2025-06-09T13:37:17.745" v="1092"/>
        <pc:sldMkLst>
          <pc:docMk/>
          <pc:sldMk cId="2445216975" sldId="285"/>
        </pc:sldMkLst>
        <pc:spChg chg="mod">
          <ac:chgData name="Trí Minh" userId="8d3b3062544bda4b" providerId="LiveId" clId="{F77C391C-E85D-49C1-B6CF-07F24EEA873D}" dt="2025-06-09T12:52:07.210" v="559" actId="20577"/>
          <ac:spMkLst>
            <pc:docMk/>
            <pc:sldMk cId="2445216975" sldId="285"/>
            <ac:spMk id="2" creationId="{00000000-0000-0000-0000-000000000000}"/>
          </ac:spMkLst>
        </pc:spChg>
        <pc:spChg chg="mod">
          <ac:chgData name="Trí Minh" userId="8d3b3062544bda4b" providerId="LiveId" clId="{F77C391C-E85D-49C1-B6CF-07F24EEA873D}" dt="2025-06-09T12:28:42.481" v="81" actId="20577"/>
          <ac:spMkLst>
            <pc:docMk/>
            <pc:sldMk cId="2445216975" sldId="285"/>
            <ac:spMk id="4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8:44.239" v="82"/>
          <ac:spMkLst>
            <pc:docMk/>
            <pc:sldMk cId="2445216975" sldId="285"/>
            <ac:spMk id="5" creationId="{4326824E-D687-FE52-DEDC-6A2F878E96AF}"/>
          </ac:spMkLst>
        </pc:spChg>
        <pc:spChg chg="add mod">
          <ac:chgData name="Trí Minh" userId="8d3b3062544bda4b" providerId="LiveId" clId="{F77C391C-E85D-49C1-B6CF-07F24EEA873D}" dt="2025-06-09T12:58:00.776" v="670"/>
          <ac:spMkLst>
            <pc:docMk/>
            <pc:sldMk cId="2445216975" sldId="285"/>
            <ac:spMk id="6" creationId="{34CF0D44-06B7-D1CD-AE06-B20D561C6F46}"/>
          </ac:spMkLst>
        </pc:spChg>
        <pc:spChg chg="add mod">
          <ac:chgData name="Trí Minh" userId="8d3b3062544bda4b" providerId="LiveId" clId="{F77C391C-E85D-49C1-B6CF-07F24EEA873D}" dt="2025-06-09T12:58:17.244" v="674" actId="14100"/>
          <ac:spMkLst>
            <pc:docMk/>
            <pc:sldMk cId="2445216975" sldId="285"/>
            <ac:spMk id="8" creationId="{F967FEC4-B513-DBDF-C9B7-00C7DC6A6627}"/>
          </ac:spMkLst>
        </pc:spChg>
        <pc:picChg chg="mod">
          <ac:chgData name="Trí Minh" userId="8d3b3062544bda4b" providerId="LiveId" clId="{F77C391C-E85D-49C1-B6CF-07F24EEA873D}" dt="2025-06-09T12:58:23.848" v="676" actId="14100"/>
          <ac:picMkLst>
            <pc:docMk/>
            <pc:sldMk cId="2445216975" sldId="285"/>
            <ac:picMk id="9218" creationId="{00000000-0000-0000-0000-000000000000}"/>
          </ac:picMkLst>
        </pc:picChg>
      </pc:sldChg>
      <pc:sldChg chg="addSp modSp mod ord modTransition modAnim">
        <pc:chgData name="Trí Minh" userId="8d3b3062544bda4b" providerId="LiveId" clId="{F77C391C-E85D-49C1-B6CF-07F24EEA873D}" dt="2025-06-09T13:37:17.745" v="1092"/>
        <pc:sldMkLst>
          <pc:docMk/>
          <pc:sldMk cId="2601926361" sldId="287"/>
        </pc:sldMkLst>
        <pc:spChg chg="mod">
          <ac:chgData name="Trí Minh" userId="8d3b3062544bda4b" providerId="LiveId" clId="{F77C391C-E85D-49C1-B6CF-07F24EEA873D}" dt="2025-06-09T12:37:54.741" v="276" actId="1076"/>
          <ac:spMkLst>
            <pc:docMk/>
            <pc:sldMk cId="2601926361" sldId="287"/>
            <ac:spMk id="2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8:07.367" v="59"/>
          <ac:spMkLst>
            <pc:docMk/>
            <pc:sldMk cId="2601926361" sldId="287"/>
            <ac:spMk id="3" creationId="{591DF99D-4189-E754-9DBF-AD270724DFD1}"/>
          </ac:spMkLst>
        </pc:spChg>
        <pc:spChg chg="add mod">
          <ac:chgData name="Trí Minh" userId="8d3b3062544bda4b" providerId="LiveId" clId="{F77C391C-E85D-49C1-B6CF-07F24EEA873D}" dt="2025-06-09T12:47:03.206" v="480" actId="1076"/>
          <ac:spMkLst>
            <pc:docMk/>
            <pc:sldMk cId="2601926361" sldId="287"/>
            <ac:spMk id="6" creationId="{0C1A413F-0E40-0299-27C8-26F5F1567653}"/>
          </ac:spMkLst>
        </pc:spChg>
      </pc:sldChg>
      <pc:sldChg chg="addSp delSp modSp mod ord modTransition modAnim">
        <pc:chgData name="Trí Minh" userId="8d3b3062544bda4b" providerId="LiveId" clId="{F77C391C-E85D-49C1-B6CF-07F24EEA873D}" dt="2025-06-09T13:37:17.745" v="1092"/>
        <pc:sldMkLst>
          <pc:docMk/>
          <pc:sldMk cId="4204936922" sldId="288"/>
        </pc:sldMkLst>
        <pc:spChg chg="add mod">
          <ac:chgData name="Trí Minh" userId="8d3b3062544bda4b" providerId="LiveId" clId="{F77C391C-E85D-49C1-B6CF-07F24EEA873D}" dt="2025-06-09T12:28:30.292" v="79"/>
          <ac:spMkLst>
            <pc:docMk/>
            <pc:sldMk cId="4204936922" sldId="288"/>
            <ac:spMk id="3" creationId="{2E689780-34E7-DDC7-596E-93E3D881B2F8}"/>
          </ac:spMkLst>
        </pc:spChg>
        <pc:spChg chg="add mod">
          <ac:chgData name="Trí Minh" userId="8d3b3062544bda4b" providerId="LiveId" clId="{F77C391C-E85D-49C1-B6CF-07F24EEA873D}" dt="2025-06-09T12:50:10.776" v="533" actId="20577"/>
          <ac:spMkLst>
            <pc:docMk/>
            <pc:sldMk cId="4204936922" sldId="288"/>
            <ac:spMk id="6" creationId="{E6C061E5-3431-17EE-E8A8-7B953185BB5E}"/>
          </ac:spMkLst>
        </pc:spChg>
        <pc:spChg chg="add mod">
          <ac:chgData name="Trí Minh" userId="8d3b3062544bda4b" providerId="LiveId" clId="{F77C391C-E85D-49C1-B6CF-07F24EEA873D}" dt="2025-06-09T12:49:45.802" v="524" actId="20577"/>
          <ac:spMkLst>
            <pc:docMk/>
            <pc:sldMk cId="4204936922" sldId="288"/>
            <ac:spMk id="8" creationId="{EE6613C9-437A-F03F-83ED-3FCFC1BC5ABB}"/>
          </ac:spMkLst>
        </pc:spChg>
      </pc:sldChg>
      <pc:sldChg chg="addSp modSp mod modTransition modAnim">
        <pc:chgData name="Trí Minh" userId="8d3b3062544bda4b" providerId="LiveId" clId="{F77C391C-E85D-49C1-B6CF-07F24EEA873D}" dt="2025-06-09T13:37:17.745" v="1092"/>
        <pc:sldMkLst>
          <pc:docMk/>
          <pc:sldMk cId="3504434691" sldId="289"/>
        </pc:sldMkLst>
        <pc:spChg chg="mod">
          <ac:chgData name="Trí Minh" userId="8d3b3062544bda4b" providerId="LiveId" clId="{F77C391C-E85D-49C1-B6CF-07F24EEA873D}" dt="2025-06-09T13:04:21.927" v="751" actId="1076"/>
          <ac:spMkLst>
            <pc:docMk/>
            <pc:sldMk cId="3504434691" sldId="289"/>
            <ac:spMk id="2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2:29:00.397" v="88"/>
          <ac:spMkLst>
            <pc:docMk/>
            <pc:sldMk cId="3504434691" sldId="289"/>
            <ac:spMk id="3" creationId="{74FFB5A0-F25D-C8D3-7254-20C46FEE0B19}"/>
          </ac:spMkLst>
        </pc:spChg>
        <pc:spChg chg="mod">
          <ac:chgData name="Trí Minh" userId="8d3b3062544bda4b" providerId="LiveId" clId="{F77C391C-E85D-49C1-B6CF-07F24EEA873D}" dt="2025-06-09T12:28:59.967" v="87" actId="20577"/>
          <ac:spMkLst>
            <pc:docMk/>
            <pc:sldMk cId="3504434691" sldId="289"/>
            <ac:spMk id="4" creationId="{00000000-0000-0000-0000-000000000000}"/>
          </ac:spMkLst>
        </pc:spChg>
        <pc:picChg chg="mod">
          <ac:chgData name="Trí Minh" userId="8d3b3062544bda4b" providerId="LiveId" clId="{F77C391C-E85D-49C1-B6CF-07F24EEA873D}" dt="2025-06-09T13:04:34.183" v="754" actId="1076"/>
          <ac:picMkLst>
            <pc:docMk/>
            <pc:sldMk cId="3504434691" sldId="289"/>
            <ac:picMk id="5" creationId="{00000000-0000-0000-0000-000000000000}"/>
          </ac:picMkLst>
        </pc:picChg>
      </pc:sldChg>
      <pc:sldChg chg="modSp mod modTransition modAnim">
        <pc:chgData name="Trí Minh" userId="8d3b3062544bda4b" providerId="LiveId" clId="{F77C391C-E85D-49C1-B6CF-07F24EEA873D}" dt="2025-06-17T12:19:22.997" v="1550" actId="255"/>
        <pc:sldMkLst>
          <pc:docMk/>
          <pc:sldMk cId="2418157483" sldId="290"/>
        </pc:sldMkLst>
        <pc:spChg chg="mod">
          <ac:chgData name="Trí Minh" userId="8d3b3062544bda4b" providerId="LiveId" clId="{F77C391C-E85D-49C1-B6CF-07F24EEA873D}" dt="2025-06-17T12:19:22.997" v="1550" actId="255"/>
          <ac:spMkLst>
            <pc:docMk/>
            <pc:sldMk cId="2418157483" sldId="290"/>
            <ac:spMk id="3" creationId="{00000000-0000-0000-0000-000000000000}"/>
          </ac:spMkLst>
        </pc:spChg>
      </pc:sldChg>
      <pc:sldChg chg="del">
        <pc:chgData name="Trí Minh" userId="8d3b3062544bda4b" providerId="LiveId" clId="{F77C391C-E85D-49C1-B6CF-07F24EEA873D}" dt="2025-06-09T13:13:41.566" v="944" actId="47"/>
        <pc:sldMkLst>
          <pc:docMk/>
          <pc:sldMk cId="1623439304" sldId="291"/>
        </pc:sldMkLst>
      </pc:sldChg>
      <pc:sldChg chg="modSp mod modTransition">
        <pc:chgData name="Trí Minh" userId="8d3b3062544bda4b" providerId="LiveId" clId="{F77C391C-E85D-49C1-B6CF-07F24EEA873D}" dt="2025-06-09T16:40:43.190" v="1406" actId="20577"/>
        <pc:sldMkLst>
          <pc:docMk/>
          <pc:sldMk cId="4066007256" sldId="292"/>
        </pc:sldMkLst>
        <pc:spChg chg="mod">
          <ac:chgData name="Trí Minh" userId="8d3b3062544bda4b" providerId="LiveId" clId="{F77C391C-E85D-49C1-B6CF-07F24EEA873D}" dt="2025-06-09T16:40:43.190" v="1406" actId="20577"/>
          <ac:spMkLst>
            <pc:docMk/>
            <pc:sldMk cId="4066007256" sldId="292"/>
            <ac:spMk id="3" creationId="{00000000-0000-0000-0000-000000000000}"/>
          </ac:spMkLst>
        </pc:spChg>
        <pc:spChg chg="mod">
          <ac:chgData name="Trí Minh" userId="8d3b3062544bda4b" providerId="LiveId" clId="{F77C391C-E85D-49C1-B6CF-07F24EEA873D}" dt="2025-06-09T13:19:41.770" v="1012" actId="1076"/>
          <ac:spMkLst>
            <pc:docMk/>
            <pc:sldMk cId="4066007256" sldId="292"/>
            <ac:spMk id="5" creationId="{0A7D846C-9C28-23F4-3342-DFD01B3987A0}"/>
          </ac:spMkLst>
        </pc:spChg>
        <pc:picChg chg="mod">
          <ac:chgData name="Trí Minh" userId="8d3b3062544bda4b" providerId="LiveId" clId="{F77C391C-E85D-49C1-B6CF-07F24EEA873D}" dt="2025-06-09T12:30:44.437" v="102" actId="1076"/>
          <ac:picMkLst>
            <pc:docMk/>
            <pc:sldMk cId="4066007256" sldId="292"/>
            <ac:picMk id="10242" creationId="{00000000-0000-0000-0000-000000000000}"/>
          </ac:picMkLst>
        </pc:picChg>
        <pc:picChg chg="mod">
          <ac:chgData name="Trí Minh" userId="8d3b3062544bda4b" providerId="LiveId" clId="{F77C391C-E85D-49C1-B6CF-07F24EEA873D}" dt="2025-06-09T13:15:28.431" v="980" actId="1076"/>
          <ac:picMkLst>
            <pc:docMk/>
            <pc:sldMk cId="4066007256" sldId="292"/>
            <ac:picMk id="10244" creationId="{00000000-0000-0000-0000-000000000000}"/>
          </ac:picMkLst>
        </pc:picChg>
      </pc:sldChg>
      <pc:sldChg chg="addSp delSp modSp mod modTransition">
        <pc:chgData name="Trí Minh" userId="8d3b3062544bda4b" providerId="LiveId" clId="{F77C391C-E85D-49C1-B6CF-07F24EEA873D}" dt="2025-06-09T16:42:45.392" v="1413" actId="20577"/>
        <pc:sldMkLst>
          <pc:docMk/>
          <pc:sldMk cId="1992379541" sldId="294"/>
        </pc:sldMkLst>
        <pc:spChg chg="mod">
          <ac:chgData name="Trí Minh" userId="8d3b3062544bda4b" providerId="LiveId" clId="{F77C391C-E85D-49C1-B6CF-07F24EEA873D}" dt="2025-06-09T16:42:45.392" v="1413" actId="20577"/>
          <ac:spMkLst>
            <pc:docMk/>
            <pc:sldMk cId="1992379541" sldId="294"/>
            <ac:spMk id="3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3:19:58.097" v="1013"/>
          <ac:spMkLst>
            <pc:docMk/>
            <pc:sldMk cId="1992379541" sldId="294"/>
            <ac:spMk id="8" creationId="{A35EAEB1-8020-A862-A8F8-D8C7DF969954}"/>
          </ac:spMkLst>
        </pc:spChg>
      </pc:sldChg>
      <pc:sldChg chg="addSp delSp modSp mod modTransition">
        <pc:chgData name="Trí Minh" userId="8d3b3062544bda4b" providerId="LiveId" clId="{F77C391C-E85D-49C1-B6CF-07F24EEA873D}" dt="2025-06-09T16:48:45.765" v="1461" actId="21"/>
        <pc:sldMkLst>
          <pc:docMk/>
          <pc:sldMk cId="679254097" sldId="295"/>
        </pc:sldMkLst>
        <pc:spChg chg="mod">
          <ac:chgData name="Trí Minh" userId="8d3b3062544bda4b" providerId="LiveId" clId="{F77C391C-E85D-49C1-B6CF-07F24EEA873D}" dt="2025-06-09T16:43:30.184" v="1425" actId="20577"/>
          <ac:spMkLst>
            <pc:docMk/>
            <pc:sldMk cId="679254097" sldId="295"/>
            <ac:spMk id="3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3:21:04.207" v="1022"/>
          <ac:spMkLst>
            <pc:docMk/>
            <pc:sldMk cId="679254097" sldId="295"/>
            <ac:spMk id="8" creationId="{B46598DC-9BE5-3296-A403-FECABB8E824D}"/>
          </ac:spMkLst>
        </pc:spChg>
        <pc:picChg chg="mod">
          <ac:chgData name="Trí Minh" userId="8d3b3062544bda4b" providerId="LiveId" clId="{F77C391C-E85D-49C1-B6CF-07F24EEA873D}" dt="2025-06-09T13:17:22.257" v="998" actId="1076"/>
          <ac:picMkLst>
            <pc:docMk/>
            <pc:sldMk cId="679254097" sldId="295"/>
            <ac:picMk id="12291" creationId="{00000000-0000-0000-0000-000000000000}"/>
          </ac:picMkLst>
        </pc:picChg>
      </pc:sldChg>
      <pc:sldChg chg="addSp delSp modSp mod modTransition">
        <pc:chgData name="Trí Minh" userId="8d3b3062544bda4b" providerId="LiveId" clId="{F77C391C-E85D-49C1-B6CF-07F24EEA873D}" dt="2025-06-09T13:29:17.594" v="1026"/>
        <pc:sldMkLst>
          <pc:docMk/>
          <pc:sldMk cId="2087459322" sldId="296"/>
        </pc:sldMkLst>
        <pc:spChg chg="mod">
          <ac:chgData name="Trí Minh" userId="8d3b3062544bda4b" providerId="LiveId" clId="{F77C391C-E85D-49C1-B6CF-07F24EEA873D}" dt="2025-06-09T13:18:43.245" v="1006" actId="1076"/>
          <ac:spMkLst>
            <pc:docMk/>
            <pc:sldMk cId="2087459322" sldId="296"/>
            <ac:spMk id="3" creationId="{00000000-0000-0000-0000-000000000000}"/>
          </ac:spMkLst>
        </pc:spChg>
        <pc:spChg chg="add mod">
          <ac:chgData name="Trí Minh" userId="8d3b3062544bda4b" providerId="LiveId" clId="{F77C391C-E85D-49C1-B6CF-07F24EEA873D}" dt="2025-06-09T13:21:15.602" v="1024"/>
          <ac:spMkLst>
            <pc:docMk/>
            <pc:sldMk cId="2087459322" sldId="296"/>
            <ac:spMk id="10" creationId="{8F6DFA28-1570-F15F-F01D-A57F5CC9855D}"/>
          </ac:spMkLst>
        </pc:spChg>
        <pc:picChg chg="mod">
          <ac:chgData name="Trí Minh" userId="8d3b3062544bda4b" providerId="LiveId" clId="{F77C391C-E85D-49C1-B6CF-07F24EEA873D}" dt="2025-06-09T13:19:22.932" v="1011" actId="1076"/>
          <ac:picMkLst>
            <pc:docMk/>
            <pc:sldMk cId="2087459322" sldId="296"/>
            <ac:picMk id="13318" creationId="{00000000-0000-0000-0000-000000000000}"/>
          </ac:picMkLst>
        </pc:picChg>
      </pc:sldChg>
      <pc:sldChg chg="addSp delSp modSp mod modTransition">
        <pc:chgData name="Trí Minh" userId="8d3b3062544bda4b" providerId="LiveId" clId="{F77C391C-E85D-49C1-B6CF-07F24EEA873D}" dt="2025-06-09T13:38:00.220" v="1095" actId="1076"/>
        <pc:sldMkLst>
          <pc:docMk/>
          <pc:sldMk cId="2087459322" sldId="297"/>
        </pc:sldMkLst>
        <pc:spChg chg="add mod">
          <ac:chgData name="Trí Minh" userId="8d3b3062544bda4b" providerId="LiveId" clId="{F77C391C-E85D-49C1-B6CF-07F24EEA873D}" dt="2025-06-09T13:38:00.220" v="1095" actId="1076"/>
          <ac:spMkLst>
            <pc:docMk/>
            <pc:sldMk cId="2087459322" sldId="297"/>
            <ac:spMk id="7" creationId="{67B1602E-87A1-B7F3-2530-E565912D680A}"/>
          </ac:spMkLst>
        </pc:spChg>
        <pc:picChg chg="add mod">
          <ac:chgData name="Trí Minh" userId="8d3b3062544bda4b" providerId="LiveId" clId="{F77C391C-E85D-49C1-B6CF-07F24EEA873D}" dt="2025-06-09T13:37:57.265" v="1094" actId="1076"/>
          <ac:picMkLst>
            <pc:docMk/>
            <pc:sldMk cId="2087459322" sldId="297"/>
            <ac:picMk id="3" creationId="{4EDCB2F6-BB75-1281-853B-0982F50452F2}"/>
          </ac:picMkLst>
        </pc:picChg>
      </pc:sldChg>
      <pc:sldChg chg="modSp add mod">
        <pc:chgData name="Trí Minh" userId="8d3b3062544bda4b" providerId="LiveId" clId="{F77C391C-E85D-49C1-B6CF-07F24EEA873D}" dt="2025-06-17T12:18:54.106" v="1544" actId="20577"/>
        <pc:sldMkLst>
          <pc:docMk/>
          <pc:sldMk cId="3962756489" sldId="298"/>
        </pc:sldMkLst>
        <pc:spChg chg="mod">
          <ac:chgData name="Trí Minh" userId="8d3b3062544bda4b" providerId="LiveId" clId="{F77C391C-E85D-49C1-B6CF-07F24EEA873D}" dt="2025-06-17T12:18:54.106" v="1544" actId="20577"/>
          <ac:spMkLst>
            <pc:docMk/>
            <pc:sldMk cId="3962756489" sldId="298"/>
            <ac:spMk id="3" creationId="{5C19FC24-6314-FEFB-67D9-B725755C03F1}"/>
          </ac:spMkLst>
        </pc:spChg>
      </pc:sldChg>
      <pc:sldChg chg="addSp delSp modSp add del mod ord">
        <pc:chgData name="Trí Minh" userId="8d3b3062544bda4b" providerId="LiveId" clId="{F77C391C-E85D-49C1-B6CF-07F24EEA873D}" dt="2025-06-17T12:22:05.704" v="1570" actId="2696"/>
        <pc:sldMkLst>
          <pc:docMk/>
          <pc:sldMk cId="1060193099" sldId="299"/>
        </pc:sldMkLst>
        <pc:spChg chg="add del mod">
          <ac:chgData name="Trí Minh" userId="8d3b3062544bda4b" providerId="LiveId" clId="{F77C391C-E85D-49C1-B6CF-07F24EEA873D}" dt="2025-06-17T12:21:04.409" v="1558" actId="47"/>
          <ac:spMkLst>
            <pc:docMk/>
            <pc:sldMk cId="1060193099" sldId="299"/>
            <ac:spMk id="3" creationId="{5BD96517-FFB1-7148-322E-18B16705F9F9}"/>
          </ac:spMkLst>
        </pc:spChg>
      </pc:sldChg>
      <pc:sldChg chg="modSp add del mod">
        <pc:chgData name="Trí Minh" userId="8d3b3062544bda4b" providerId="LiveId" clId="{F77C391C-E85D-49C1-B6CF-07F24EEA873D}" dt="2025-06-17T12:23:11.317" v="1577" actId="2696"/>
        <pc:sldMkLst>
          <pc:docMk/>
          <pc:sldMk cId="1224317435" sldId="299"/>
        </pc:sldMkLst>
        <pc:spChg chg="mod">
          <ac:chgData name="Trí Minh" userId="8d3b3062544bda4b" providerId="LiveId" clId="{F77C391C-E85D-49C1-B6CF-07F24EEA873D}" dt="2025-06-17T12:22:17.746" v="1575" actId="20577"/>
          <ac:spMkLst>
            <pc:docMk/>
            <pc:sldMk cId="1224317435" sldId="299"/>
            <ac:spMk id="3" creationId="{C8CC5EEA-A088-4AA4-9498-9A7098D013CF}"/>
          </ac:spMkLst>
        </pc:spChg>
      </pc:sldChg>
      <pc:sldChg chg="modSp add mod">
        <pc:chgData name="Trí Minh" userId="8d3b3062544bda4b" providerId="LiveId" clId="{F77C391C-E85D-49C1-B6CF-07F24EEA873D}" dt="2025-06-17T12:25:59.120" v="1601" actId="5793"/>
        <pc:sldMkLst>
          <pc:docMk/>
          <pc:sldMk cId="2250773782" sldId="299"/>
        </pc:sldMkLst>
        <pc:spChg chg="mod">
          <ac:chgData name="Trí Minh" userId="8d3b3062544bda4b" providerId="LiveId" clId="{F77C391C-E85D-49C1-B6CF-07F24EEA873D}" dt="2025-06-17T12:25:59.120" v="1601" actId="5793"/>
          <ac:spMkLst>
            <pc:docMk/>
            <pc:sldMk cId="2250773782" sldId="299"/>
            <ac:spMk id="6" creationId="{71FDF731-BC7A-3878-59F1-C4036B2957F4}"/>
          </ac:spMkLst>
        </pc:spChg>
      </pc:sldChg>
      <pc:sldMasterChg chg="modSldLayout">
        <pc:chgData name="Trí Minh" userId="8d3b3062544bda4b" providerId="LiveId" clId="{F77C391C-E85D-49C1-B6CF-07F24EEA873D}" dt="2025-06-09T13:37:17.745" v="1092"/>
        <pc:sldMasterMkLst>
          <pc:docMk/>
          <pc:sldMasterMk cId="0" sldId="2147483648"/>
        </pc:sldMasterMkLst>
        <pc:sldLayoutChg chg="modAnim">
          <pc:chgData name="Trí Minh" userId="8d3b3062544bda4b" providerId="LiveId" clId="{F77C391C-E85D-49C1-B6CF-07F24EEA873D}" dt="2025-06-09T13:30:49.682" v="1029"/>
          <pc:sldLayoutMkLst>
            <pc:docMk/>
            <pc:sldMasterMk cId="0" sldId="2147483648"/>
            <pc:sldLayoutMk cId="0" sldId="2147483649"/>
          </pc:sldLayoutMkLst>
        </pc:sldLayoutChg>
        <pc:sldLayoutChg chg="modAnim">
          <pc:chgData name="Trí Minh" userId="8d3b3062544bda4b" providerId="LiveId" clId="{F77C391C-E85D-49C1-B6CF-07F24EEA873D}" dt="2025-06-09T13:34:31.505" v="1062"/>
          <pc:sldLayoutMkLst>
            <pc:docMk/>
            <pc:sldMasterMk cId="0" sldId="2147483648"/>
            <pc:sldLayoutMk cId="0" sldId="2147483654"/>
          </pc:sldLayoutMkLst>
        </pc:sldLayoutChg>
        <pc:sldLayoutChg chg="modAnim">
          <pc:chgData name="Trí Minh" userId="8d3b3062544bda4b" providerId="LiveId" clId="{F77C391C-E85D-49C1-B6CF-07F24EEA873D}" dt="2025-06-09T13:37:17.745" v="1092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/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/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/>
            <p:cNvSpPr txBox="1"/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/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/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6/17/2025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/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/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785" y="1720684"/>
            <a:ext cx="11205713" cy="1855310"/>
          </a:xfrm>
        </p:spPr>
        <p:txBody>
          <a:bodyPr/>
          <a:lstStyle/>
          <a:p>
            <a:r>
              <a:rPr lang="en-US" dirty="0">
                <a:latin typeface="K2D" panose="020B0604020202020204" charset="-34"/>
                <a:cs typeface="K2D" panose="020B0604020202020204" charset="-34"/>
              </a:rPr>
              <a:t>BÁO CÁO PHÂN CÔNG KHẢO SÁT UI</a:t>
            </a:r>
            <a:endParaRPr lang="vi-VN" dirty="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251" y="3887719"/>
            <a:ext cx="11799498" cy="1036706"/>
          </a:xfrm>
        </p:spPr>
        <p:txBody>
          <a:bodyPr>
            <a:normAutofit/>
          </a:bodyPr>
          <a:lstStyle/>
          <a:p>
            <a:r>
              <a:rPr lang="en-US" b="1">
                <a:latin typeface="K2D" panose="020B0604020202020204" charset="-34"/>
                <a:cs typeface="K2D" panose="020B0604020202020204" charset="-34"/>
              </a:rPr>
              <a:t>PHÁT TRIỂN ỨNG DỤNG TRÊN THIẾT BỊ DI ĐỘNG – </a:t>
            </a:r>
            <a:r>
              <a:rPr lang="en-US" b="1" dirty="0">
                <a:latin typeface="K2D" panose="020B0604020202020204" charset="-34"/>
                <a:cs typeface="K2D" panose="020B0604020202020204" charset="-34"/>
              </a:rPr>
              <a:t>KC359</a:t>
            </a:r>
            <a:endParaRPr lang="vi-VN" b="1" dirty="0">
              <a:latin typeface="K2D" panose="020B0604020202020204" charset="-34"/>
              <a:cs typeface="K2D" panose="020B0604020202020204" charset="-34"/>
            </a:endParaRPr>
          </a:p>
          <a:p>
            <a:endParaRPr lang="en-US" dirty="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45660" y="4990087"/>
            <a:ext cx="11205713" cy="492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 err="1">
                <a:latin typeface="K2D" panose="020B0604020202020204" charset="-34"/>
                <a:cs typeface="K2D" panose="020B0604020202020204" charset="-34"/>
              </a:rPr>
              <a:t>Nhóm</a:t>
            </a:r>
            <a:r>
              <a:rPr lang="en-US" sz="2800" b="1" dirty="0">
                <a:latin typeface="K2D" panose="020B0604020202020204" charset="-34"/>
                <a:cs typeface="K2D" panose="020B0604020202020204" charset="-34"/>
              </a:rPr>
              <a:t> 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890" y="107599"/>
            <a:ext cx="10515600" cy="1325563"/>
          </a:xfrm>
        </p:spPr>
        <p:txBody>
          <a:bodyPr>
            <a:normAutofit/>
          </a:bodyPr>
          <a:lstStyle/>
          <a:p>
            <a:r>
              <a:rPr lang="vi-VN" sz="3000">
                <a:solidFill>
                  <a:schemeClr val="tx1"/>
                </a:solidFill>
              </a:rPr>
              <a:t>  Giảng viên hướng dẫn: TS. Nguyễn Văn Khanh </a:t>
            </a:r>
            <a:endParaRPr lang="en-US" sz="3000" err="1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372032" y="1896135"/>
            <a:ext cx="10515600" cy="469639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endParaRPr lang="en-US" b="1" dirty="0">
              <a:solidFill>
                <a:srgbClr val="0070C0"/>
              </a:solidFill>
              <a:latin typeface="K2D" panose="00000500000000000000"/>
              <a:ea typeface="+mj-ea"/>
              <a:cs typeface="K2D" panose="00000500000000000000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Tên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thành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viên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: 			MSSV: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Phạm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Minh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Trí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			B2110693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Lê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Trung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Hiếu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			B2110643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Nguyễn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Hoàng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Tiến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		B2110691    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Lê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Minh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Hoàng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			B2110644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Hồ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Xuân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Thắng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	</a:t>
            </a:r>
            <a:r>
              <a:rPr lang="en-US" sz="2800" b="1">
                <a:latin typeface="K2D" panose="00000500000000000000"/>
                <a:ea typeface="+mj-ea"/>
                <a:cs typeface="K2D" panose="00000500000000000000"/>
              </a:rPr>
              <a:t>	B2110689</a:t>
            </a:r>
            <a:endParaRPr lang="en-US" sz="2800" b="1" dirty="0">
              <a:latin typeface="K2D" panose="00000500000000000000"/>
              <a:ea typeface="+mj-ea"/>
              <a:cs typeface="K2D" panose="0000050000000000000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6. 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Lê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Tuấn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 </a:t>
            </a:r>
            <a:r>
              <a:rPr lang="en-US" sz="2800" b="1" dirty="0" err="1">
                <a:latin typeface="K2D" panose="00000500000000000000"/>
                <a:ea typeface="+mj-ea"/>
                <a:cs typeface="K2D" panose="00000500000000000000"/>
              </a:rPr>
              <a:t>Kiệt</a:t>
            </a:r>
            <a:r>
              <a:rPr lang="en-US" sz="2800" b="1" dirty="0">
                <a:latin typeface="K2D" panose="00000500000000000000"/>
                <a:ea typeface="+mj-ea"/>
                <a:cs typeface="K2D" panose="00000500000000000000"/>
              </a:rPr>
              <a:t>			B2104428</a:t>
            </a:r>
          </a:p>
          <a:p>
            <a:pPr marL="457200" indent="-457200">
              <a:buAutoNum type="arabicPeriod"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E88CD-4D91-29CA-39F6-800CE172CD86}"/>
              </a:ext>
            </a:extLst>
          </p:cNvPr>
          <p:cNvSpPr txBox="1">
            <a:spLocks/>
          </p:cNvSpPr>
          <p:nvPr/>
        </p:nvSpPr>
        <p:spPr>
          <a:xfrm>
            <a:off x="3669891" y="9554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vi-VN" sz="3000">
                <a:solidFill>
                  <a:schemeClr val="tx1"/>
                </a:solidFill>
              </a:rPr>
              <a:t>Sinh viên thực hiện:</a:t>
            </a:r>
            <a:endParaRPr lang="vi-VN" sz="3000" err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K2D" panose="00000500000000000000"/>
                <a:cs typeface="K2D" panose="00000500000000000000"/>
              </a:rPr>
              <a:t>Yêu</a:t>
            </a:r>
            <a:r>
              <a:rPr lang="en-US" dirty="0">
                <a:latin typeface="K2D" panose="00000500000000000000"/>
                <a:cs typeface="K2D" panose="00000500000000000000"/>
              </a:rPr>
              <a:t> </a:t>
            </a:r>
            <a:r>
              <a:rPr lang="en-US" dirty="0" err="1">
                <a:latin typeface="K2D" panose="00000500000000000000"/>
                <a:cs typeface="K2D" panose="00000500000000000000"/>
              </a:rPr>
              <a:t>cầu</a:t>
            </a:r>
            <a:r>
              <a:rPr lang="en-US" dirty="0">
                <a:latin typeface="K2D" panose="00000500000000000000"/>
                <a:cs typeface="K2D" panose="00000500000000000000"/>
              </a:rPr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latin typeface="K2D" panose="020B0604020202020204" charset="-34"/>
                <a:cs typeface="K2D" panose="020B0604020202020204" charset="-34"/>
              </a:rPr>
              <a:t>1.  Cài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đặt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b="1" dirty="0">
                <a:latin typeface="K2D" panose="020B0604020202020204" charset="-34"/>
                <a:cs typeface="K2D" panose="020B0604020202020204" charset="-34"/>
              </a:rPr>
              <a:t>react-native-element</a:t>
            </a:r>
          </a:p>
          <a:p>
            <a:r>
              <a:rPr lang="en-US">
                <a:latin typeface="K2D" panose="020B0604020202020204" charset="-34"/>
                <a:cs typeface="K2D" panose="020B0604020202020204" charset="-34"/>
              </a:rPr>
              <a:t>2. Cài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đặt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b="1" dirty="0">
                <a:latin typeface="K2D" panose="020B0604020202020204" charset="-34"/>
                <a:cs typeface="K2D" panose="020B0604020202020204" charset="-34"/>
              </a:rPr>
              <a:t>react-native-vector-icon</a:t>
            </a:r>
          </a:p>
          <a:p>
            <a:r>
              <a:rPr lang="en-US">
                <a:latin typeface="K2D" panose="020B0604020202020204" charset="-34"/>
                <a:cs typeface="K2D" panose="020B0604020202020204" charset="-34"/>
              </a:rPr>
              <a:t>3. Trình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bày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các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bước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cài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đặt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,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chạy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giả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lập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ứng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dirty="0" err="1">
                <a:latin typeface="K2D" panose="020B0604020202020204" charset="-34"/>
                <a:cs typeface="K2D" panose="020B0604020202020204" charset="-34"/>
              </a:rPr>
              <a:t>dụng</a:t>
            </a:r>
            <a:r>
              <a:rPr lang="en-US" dirty="0">
                <a:latin typeface="K2D" panose="020B0604020202020204" charset="-34"/>
                <a:cs typeface="K2D" panose="020B0604020202020204" charset="-34"/>
              </a:rPr>
              <a:t> react-native (</a:t>
            </a:r>
            <a:r>
              <a:rPr lang="en-US" b="1" dirty="0">
                <a:latin typeface="K2D" panose="020B0604020202020204" charset="-34"/>
                <a:cs typeface="K2D" panose="020B0604020202020204" charset="-34"/>
              </a:rPr>
              <a:t>RN CLI, </a:t>
            </a:r>
            <a:r>
              <a:rPr lang="en-US" b="1">
                <a:latin typeface="K2D" panose="020B0604020202020204" charset="-34"/>
                <a:cs typeface="K2D" panose="020B0604020202020204" charset="-34"/>
              </a:rPr>
              <a:t>EXPO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).</a:t>
            </a:r>
            <a:endParaRPr lang="en-US" dirty="0">
              <a:latin typeface="K2D" panose="020B0604020202020204" charset="-34"/>
              <a:cs typeface="K2D" panose="020B0604020202020204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K2D" panose="00000500000000000000"/>
                <a:cs typeface="K2D" panose="00000500000000000000"/>
              </a:rPr>
              <a:t>I. Gi</a:t>
            </a:r>
            <a:r>
              <a:rPr lang="vi-VN">
                <a:latin typeface="K2D" panose="00000500000000000000"/>
                <a:cs typeface="K2D" panose="00000500000000000000"/>
              </a:rPr>
              <a:t>ới thiệu c</a:t>
            </a:r>
            <a:r>
              <a:rPr lang="en-US">
                <a:latin typeface="K2D" panose="00000500000000000000"/>
                <a:cs typeface="K2D" panose="00000500000000000000"/>
              </a:rPr>
              <a:t>ơ </a:t>
            </a:r>
            <a:r>
              <a:rPr lang="en-US" dirty="0" err="1">
                <a:latin typeface="K2D" panose="00000500000000000000"/>
                <a:cs typeface="K2D" panose="00000500000000000000"/>
              </a:rPr>
              <a:t>bản</a:t>
            </a:r>
            <a:r>
              <a:rPr lang="en-US" dirty="0">
                <a:latin typeface="K2D" panose="00000500000000000000"/>
                <a:cs typeface="K2D" panose="00000500000000000000"/>
              </a:rPr>
              <a:t> </a:t>
            </a:r>
            <a:r>
              <a:rPr lang="en-US" dirty="0" err="1">
                <a:latin typeface="K2D" panose="00000500000000000000"/>
                <a:cs typeface="K2D" panose="00000500000000000000"/>
              </a:rPr>
              <a:t>về</a:t>
            </a:r>
            <a:r>
              <a:rPr lang="en-US" dirty="0">
                <a:latin typeface="K2D" panose="00000500000000000000"/>
                <a:cs typeface="K2D" panose="00000500000000000000"/>
              </a:rPr>
              <a:t> React Native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b="1">
                <a:latin typeface="K2D" panose="020B0604020202020204" charset="-34"/>
                <a:cs typeface="K2D" panose="020B0604020202020204" charset="-34"/>
              </a:rPr>
              <a:t>React </a:t>
            </a:r>
            <a:r>
              <a:rPr lang="vi-VN" b="1" dirty="0">
                <a:latin typeface="K2D" panose="020B0604020202020204" charset="-34"/>
                <a:cs typeface="K2D" panose="020B0604020202020204" charset="-34"/>
              </a:rPr>
              <a:t>Native</a:t>
            </a:r>
            <a:r>
              <a:rPr lang="vi-VN" dirty="0">
                <a:latin typeface="K2D" panose="020B0604020202020204" charset="-34"/>
                <a:cs typeface="K2D" panose="020B0604020202020204" charset="-34"/>
              </a:rPr>
              <a:t> là một </a:t>
            </a:r>
            <a:r>
              <a:rPr lang="vi-VN" b="1" dirty="0">
                <a:latin typeface="K2D" panose="020B0604020202020204" charset="-34"/>
                <a:cs typeface="K2D" panose="020B0604020202020204" charset="-34"/>
              </a:rPr>
              <a:t>framework (khung phát triển)</a:t>
            </a:r>
            <a:r>
              <a:rPr lang="vi-VN" dirty="0">
                <a:latin typeface="K2D" panose="020B0604020202020204" charset="-34"/>
                <a:cs typeface="K2D" panose="020B0604020202020204" charset="-34"/>
              </a:rPr>
              <a:t> do Facebook phát triển, cho phép lập trình viên xây dựng </a:t>
            </a:r>
            <a:r>
              <a:rPr lang="vi-VN" b="1" dirty="0">
                <a:latin typeface="K2D" panose="020B0604020202020204" charset="-34"/>
                <a:cs typeface="K2D" panose="020B0604020202020204" charset="-34"/>
              </a:rPr>
              <a:t>ứng dụng di động (mobile app)</a:t>
            </a:r>
            <a:r>
              <a:rPr lang="vi-VN" dirty="0">
                <a:latin typeface="K2D" panose="020B0604020202020204" charset="-34"/>
                <a:cs typeface="K2D" panose="020B0604020202020204" charset="-34"/>
              </a:rPr>
              <a:t> cho </a:t>
            </a:r>
            <a:r>
              <a:rPr lang="vi-VN" b="1" dirty="0">
                <a:latin typeface="K2D" panose="020B0604020202020204" charset="-34"/>
                <a:cs typeface="K2D" panose="020B0604020202020204" charset="-34"/>
              </a:rPr>
              <a:t>iOS</a:t>
            </a:r>
            <a:r>
              <a:rPr lang="vi-VN" dirty="0">
                <a:latin typeface="K2D" panose="020B0604020202020204" charset="-34"/>
                <a:cs typeface="K2D" panose="020B0604020202020204" charset="-34"/>
              </a:rPr>
              <a:t> và </a:t>
            </a:r>
            <a:r>
              <a:rPr lang="vi-VN" b="1" dirty="0">
                <a:latin typeface="K2D" panose="020B0604020202020204" charset="-34"/>
                <a:cs typeface="K2D" panose="020B0604020202020204" charset="-34"/>
              </a:rPr>
              <a:t>Android</a:t>
            </a:r>
            <a:r>
              <a:rPr lang="vi-VN" dirty="0">
                <a:latin typeface="K2D" panose="020B0604020202020204" charset="-34"/>
                <a:cs typeface="K2D" panose="020B0604020202020204" charset="-34"/>
              </a:rPr>
              <a:t> bằng </a:t>
            </a:r>
            <a:r>
              <a:rPr lang="vi-VN" b="1" dirty="0">
                <a:latin typeface="K2D" panose="020B0604020202020204" charset="-34"/>
                <a:cs typeface="K2D" panose="020B0604020202020204" charset="-34"/>
              </a:rPr>
              <a:t>JavaScript</a:t>
            </a:r>
            <a:r>
              <a:rPr lang="vi-VN" dirty="0">
                <a:latin typeface="K2D" panose="020B0604020202020204" charset="-34"/>
                <a:cs typeface="K2D" panose="020B0604020202020204" charset="-34"/>
              </a:rPr>
              <a:t> và </a:t>
            </a:r>
            <a:r>
              <a:rPr lang="vi-VN" b="1">
                <a:latin typeface="K2D" panose="020B0604020202020204" charset="-34"/>
                <a:cs typeface="K2D" panose="020B0604020202020204" charset="-34"/>
              </a:rPr>
              <a:t>React</a:t>
            </a:r>
            <a:r>
              <a:rPr lang="vi-VN">
                <a:latin typeface="K2D" panose="020B0604020202020204" charset="-34"/>
                <a:cs typeface="K2D" panose="020B0604020202020204" charset="-34"/>
              </a:rPr>
              <a:t>.</a:t>
            </a:r>
          </a:p>
          <a:p>
            <a:r>
              <a:rPr lang="en-US" b="1">
                <a:latin typeface="K2D" panose="020B0604020202020204" charset="-34"/>
                <a:cs typeface="K2D" panose="020B0604020202020204" charset="-34"/>
              </a:rPr>
              <a:t>- Ngôn ngữ chính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: JavaScript (hoặc TypeScript)</a:t>
            </a:r>
          </a:p>
          <a:p>
            <a:r>
              <a:rPr lang="en-US" b="1">
                <a:latin typeface="K2D" panose="020B0604020202020204" charset="-34"/>
                <a:cs typeface="K2D" panose="020B0604020202020204" charset="-34"/>
              </a:rPr>
              <a:t>- </a:t>
            </a:r>
            <a:r>
              <a:rPr lang="vi-VN" b="1">
                <a:latin typeface="K2D" panose="020B0604020202020204" charset="-34"/>
                <a:cs typeface="K2D" panose="020B0604020202020204" charset="-34"/>
              </a:rPr>
              <a:t>Dựa trên</a:t>
            </a:r>
            <a:r>
              <a:rPr lang="vi-VN">
                <a:latin typeface="K2D" panose="020B0604020202020204" charset="-34"/>
                <a:cs typeface="K2D" panose="020B0604020202020204" charset="-34"/>
              </a:rPr>
              <a:t>: React (thư viện UI nổi tiếng cho web)</a:t>
            </a:r>
            <a:endParaRPr lang="en-US">
              <a:latin typeface="K2D" panose="020B0604020202020204" charset="-34"/>
              <a:cs typeface="K2D" panose="020B0604020202020204" charset="-34"/>
            </a:endParaRPr>
          </a:p>
          <a:p>
            <a:r>
              <a:rPr lang="en-US" b="1">
                <a:latin typeface="K2D" panose="020B0604020202020204" charset="-34"/>
                <a:cs typeface="K2D" panose="020B0604020202020204" charset="-34"/>
              </a:rPr>
              <a:t>- </a:t>
            </a:r>
            <a:r>
              <a:rPr lang="vi-VN" b="1">
                <a:latin typeface="K2D" panose="020B0604020202020204" charset="-34"/>
                <a:cs typeface="K2D" panose="020B0604020202020204" charset="-34"/>
              </a:rPr>
              <a:t>Mục tiêu</a:t>
            </a:r>
            <a:r>
              <a:rPr lang="vi-VN">
                <a:latin typeface="K2D" panose="020B0604020202020204" charset="-34"/>
                <a:cs typeface="K2D" panose="020B0604020202020204" charset="-34"/>
              </a:rPr>
              <a:t>: Viết một lần, chạy được trên cả Android và iOS</a:t>
            </a:r>
            <a:endParaRPr lang="en-US" dirty="0">
              <a:latin typeface="K2D" panose="020B0604020202020204" charset="-34"/>
              <a:cs typeface="K2D" panose="020B0604020202020204" charset="-34"/>
            </a:endParaRPr>
          </a:p>
          <a:p>
            <a:r>
              <a:rPr lang="vi-VN" b="1">
                <a:latin typeface="K2D" panose="020B0604020202020204" charset="-34"/>
                <a:cs typeface="K2D" panose="020B0604020202020204" charset="-34"/>
              </a:rPr>
              <a:t>1. </a:t>
            </a:r>
            <a:r>
              <a:rPr lang="en-US" sz="2600">
                <a:latin typeface="K2D" panose="020B0604020202020204" charset="-34"/>
                <a:cs typeface="K2D" panose="020B0604020202020204" charset="-34"/>
              </a:rPr>
              <a:t>Thiết kế và xây dựng giao diện người dùng (UI) linh hoạ</a:t>
            </a:r>
            <a:r>
              <a:rPr lang="en-US" sz="2600" b="1">
                <a:latin typeface="K2D" panose="020B0604020202020204" charset="-34"/>
                <a:cs typeface="K2D" panose="020B0604020202020204" charset="-34"/>
              </a:rPr>
              <a:t>t</a:t>
            </a:r>
            <a:r>
              <a:rPr lang="vi-VN" sz="2600" b="1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600" b="1">
                <a:latin typeface="K2D" panose="020B0604020202020204" charset="-34"/>
                <a:cs typeface="K2D" panose="020B0604020202020204" charset="-34"/>
              </a:rPr>
              <a:t>React Native Elements</a:t>
            </a:r>
            <a:r>
              <a:rPr lang="en-US" sz="2600">
                <a:latin typeface="K2D" panose="020B0604020202020204" charset="-34"/>
                <a:cs typeface="K2D" panose="020B0604020202020204" charset="-34"/>
              </a:rPr>
              <a:t> cung cấp sẵn các thành phần UI như: Button, Card, Avatar, Header, Input… giúp tiết kiệm thời gian lập trình.</a:t>
            </a:r>
            <a:endParaRPr lang="vi-VN" sz="2600" b="1">
              <a:latin typeface="K2D" panose="020B0604020202020204" charset="-34"/>
              <a:cs typeface="K2D" panose="020B0604020202020204" charset="-34"/>
            </a:endParaRPr>
          </a:p>
          <a:p>
            <a:endParaRPr lang="vi-VN" b="1">
              <a:latin typeface="K2D" panose="020B0604020202020204" charset="-34"/>
              <a:cs typeface="K2D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1815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02C3E-7C74-775F-4B2B-DFDA270D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D397-FD2C-3677-7A10-9F3A424F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K2D" panose="00000500000000000000"/>
                <a:cs typeface="K2D" panose="00000500000000000000"/>
              </a:rPr>
              <a:t>I. Gi</a:t>
            </a:r>
            <a:r>
              <a:rPr lang="vi-VN">
                <a:latin typeface="K2D" panose="00000500000000000000"/>
                <a:cs typeface="K2D" panose="00000500000000000000"/>
              </a:rPr>
              <a:t>ới thiệu c</a:t>
            </a:r>
            <a:r>
              <a:rPr lang="en-US">
                <a:latin typeface="K2D" panose="00000500000000000000"/>
                <a:cs typeface="K2D" panose="00000500000000000000"/>
              </a:rPr>
              <a:t>ơ </a:t>
            </a:r>
            <a:r>
              <a:rPr lang="en-US" dirty="0" err="1">
                <a:latin typeface="K2D" panose="00000500000000000000"/>
                <a:cs typeface="K2D" panose="00000500000000000000"/>
              </a:rPr>
              <a:t>bản</a:t>
            </a:r>
            <a:r>
              <a:rPr lang="en-US" dirty="0">
                <a:latin typeface="K2D" panose="00000500000000000000"/>
                <a:cs typeface="K2D" panose="00000500000000000000"/>
              </a:rPr>
              <a:t> </a:t>
            </a:r>
            <a:r>
              <a:rPr lang="en-US" dirty="0" err="1">
                <a:latin typeface="K2D" panose="00000500000000000000"/>
                <a:cs typeface="K2D" panose="00000500000000000000"/>
              </a:rPr>
              <a:t>về</a:t>
            </a:r>
            <a:r>
              <a:rPr lang="en-US" dirty="0">
                <a:latin typeface="K2D" panose="00000500000000000000"/>
                <a:cs typeface="K2D" panose="00000500000000000000"/>
              </a:rPr>
              <a:t> React Native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9FC24-6314-FEFB-67D9-B725755C0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351338"/>
          </a:xfrm>
        </p:spPr>
        <p:txBody>
          <a:bodyPr>
            <a:normAutofit/>
          </a:bodyPr>
          <a:lstStyle/>
          <a:p>
            <a:r>
              <a:rPr lang="vi-VN" b="1">
                <a:latin typeface="K2D" panose="020B0604020202020204" charset="-34"/>
                <a:cs typeface="K2D" panose="020B0604020202020204" charset="-34"/>
              </a:rPr>
              <a:t>2. 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Hỗ trợ đồng nhất giao diện trên cả hai nền tảng </a:t>
            </a:r>
            <a:r>
              <a:rPr lang="en-US" b="1">
                <a:latin typeface="K2D" panose="020B0604020202020204" charset="-34"/>
                <a:cs typeface="K2D" panose="020B0604020202020204" charset="-34"/>
              </a:rPr>
              <a:t>Android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 và </a:t>
            </a:r>
            <a:r>
              <a:rPr lang="en-US" b="1">
                <a:latin typeface="K2D" panose="020B0604020202020204" charset="-34"/>
                <a:cs typeface="K2D" panose="020B0604020202020204" charset="-34"/>
              </a:rPr>
              <a:t>iOS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.</a:t>
            </a:r>
          </a:p>
          <a:p>
            <a:r>
              <a:rPr lang="vi-VN" b="1">
                <a:latin typeface="K2D" panose="020B0604020202020204" charset="-34"/>
                <a:cs typeface="K2D" panose="020B0604020202020204" charset="-34"/>
              </a:rPr>
              <a:t>3. 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Tăng tốc quá trình phát triển ứng dụng</a:t>
            </a:r>
            <a:r>
              <a:rPr lang="vi-VN">
                <a:latin typeface="K2D" panose="020B0604020202020204" charset="-34"/>
                <a:cs typeface="K2D" panose="020B0604020202020204" charset="-34"/>
              </a:rPr>
              <a:t>.</a:t>
            </a:r>
            <a:endParaRPr lang="vi-VN" b="1">
              <a:latin typeface="K2D" panose="020B0604020202020204" charset="-34"/>
              <a:cs typeface="K2D" panose="020B0604020202020204" charset="-34"/>
            </a:endParaRPr>
          </a:p>
          <a:p>
            <a:r>
              <a:rPr lang="vi-VN" b="1">
                <a:latin typeface="K2D" panose="020B0604020202020204" charset="-34"/>
                <a:cs typeface="K2D" panose="020B0604020202020204" charset="-34"/>
              </a:rPr>
              <a:t>4.</a:t>
            </a:r>
            <a:r>
              <a:rPr lang="en-US">
                <a:latin typeface="K2D" panose="020B0604020202020204" charset="-34"/>
                <a:cs typeface="K2D" panose="020B0604020202020204" charset="-34"/>
              </a:rPr>
              <a:t>Tạo nền tảng cho phát triển ứng dụng thực tế</a:t>
            </a:r>
            <a:r>
              <a:rPr lang="vi-VN">
                <a:latin typeface="K2D" panose="020B0604020202020204" charset="-34"/>
                <a:cs typeface="K2D" panose="020B0604020202020204" charset="-34"/>
              </a:rPr>
              <a:t>.</a:t>
            </a:r>
          </a:p>
          <a:p>
            <a:endParaRPr lang="vi-VN" b="1">
              <a:latin typeface="K2D" panose="020B0604020202020204" charset="-34"/>
              <a:cs typeface="K2D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62756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2540"/>
            <a:ext cx="10515600" cy="3109227"/>
          </a:xfrm>
        </p:spPr>
        <p:txBody>
          <a:bodyPr>
            <a:normAutofit fontScale="90000"/>
          </a:bodyPr>
          <a:lstStyle/>
          <a:p>
            <a:br>
              <a:rPr lang="en-US" b="0" dirty="0">
                <a:latin typeface="K2D" panose="020B0604020202020204" charset="-34"/>
                <a:cs typeface="K2D" panose="020B0604020202020204" charset="-34"/>
              </a:rPr>
            </a:b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1DF99D-4189-E754-9DBF-AD270724DFD1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A413F-0E40-0299-27C8-26F5F1567653}"/>
              </a:ext>
            </a:extLst>
          </p:cNvPr>
          <p:cNvSpPr txBox="1"/>
          <p:nvPr/>
        </p:nvSpPr>
        <p:spPr>
          <a:xfrm>
            <a:off x="1175656" y="1166842"/>
            <a:ext cx="94052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2.1 GIỚI THIỆU VỀ NODE.JS</a:t>
            </a:r>
          </a:p>
          <a:p>
            <a:endParaRPr lang="en-US" sz="2400" b="1" i="1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  <a:p>
            <a:r>
              <a:rPr lang="en-US" sz="240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*  </a:t>
            </a:r>
            <a:r>
              <a:rPr lang="vi-VN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Node.js </a:t>
            </a:r>
            <a:r>
              <a:rPr lang="vi-VN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là một môi trường chạy </a:t>
            </a:r>
            <a:r>
              <a:rPr lang="vi-VN" sz="240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JavaScript</a:t>
            </a:r>
            <a:r>
              <a:rPr lang="vi-VN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phía máy chủ (server-side). Nó cho phép bạn chạy mã </a:t>
            </a:r>
            <a:r>
              <a:rPr lang="vi-VN" sz="240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JavaScript</a:t>
            </a:r>
            <a:r>
              <a:rPr lang="vi-VN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bên ngoài trình duyệt.</a:t>
            </a:r>
            <a:endParaRPr lang="en-US" sz="2400" b="0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  <a:p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r>
              <a:rPr lang="en-US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-</a:t>
            </a:r>
            <a:r>
              <a:rPr lang="en-US" sz="2400" b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vi-VN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Đây là công cụ chịu trách nhiệm đóng gói mã </a:t>
            </a:r>
            <a:r>
              <a:rPr lang="vi-VN" sz="2400" i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JavaScript</a:t>
            </a:r>
            <a:r>
              <a:rPr lang="vi-VN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của bạn để chạy trên thiết bị hoặc trình giả lập.</a:t>
            </a:r>
            <a:endParaRPr lang="en-US" sz="2400" b="0">
              <a:solidFill>
                <a:schemeClr val="tx1"/>
              </a:solidFill>
              <a:latin typeface="K2D" panose="020B0604020202020204" charset="-34"/>
              <a:cs typeface="K2D" panose="020B0604020202020204" charset="-34"/>
            </a:endParaRPr>
          </a:p>
          <a:p>
            <a:br>
              <a:rPr lang="en-US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- </a:t>
            </a:r>
            <a:r>
              <a:rPr lang="vi-VN" sz="2400" b="1" i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Node.js </a:t>
            </a:r>
            <a:r>
              <a:rPr lang="vi-VN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đi kèm với </a:t>
            </a:r>
            <a:r>
              <a:rPr lang="vi-VN" sz="2400" b="0" i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npm (Node Package Manager), </a:t>
            </a:r>
            <a:r>
              <a:rPr lang="vi-VN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cho phép bạn cài đặt thư viện và công cụ hỗ trợ trong quá trình phát triển ứng dụng.</a:t>
            </a:r>
            <a:endParaRPr lang="en-US" sz="2400">
              <a:latin typeface="K2D" panose="020B0604020202020204" charset="-34"/>
              <a:cs typeface="K2D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0192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90600" y="3044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689780-34E7-DDC7-596E-93E3D881B2F8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061E5-3431-17EE-E8A8-7B953185BB5E}"/>
              </a:ext>
            </a:extLst>
          </p:cNvPr>
          <p:cNvSpPr txBox="1"/>
          <p:nvPr/>
        </p:nvSpPr>
        <p:spPr>
          <a:xfrm>
            <a:off x="990600" y="1867376"/>
            <a:ext cx="101128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vi-VN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Expo</a:t>
            </a:r>
            <a:r>
              <a:rPr lang="vi-VN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là một bộ công cụ và nền tảng phát triển giúp bạn dễ dàng tạo ứng dụng di động mà không cần phải cấu hình phức tạp như native code (Java/Kotlin, Objective-C/Swift).</a:t>
            </a:r>
            <a:endParaRPr lang="en-US" sz="2400" b="0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  <a:p>
            <a:b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-  </a:t>
            </a:r>
            <a:r>
              <a:rPr lang="en-US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Expo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là một framework và dịch vụ xây dựng trên React Native giúp bạn </a:t>
            </a:r>
            <a:r>
              <a:rPr lang="vi-VN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Tạo ứng dụng nhanh hơn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và </a:t>
            </a:r>
            <a:r>
              <a:rPr lang="vi-VN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Cung cấp nhiều API sẵn có như camera, GPS, push notification, v.v.</a:t>
            </a: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endParaRPr lang="en-US" sz="240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613C9-437A-F03F-83ED-3FCFC1BC5ABB}"/>
              </a:ext>
            </a:extLst>
          </p:cNvPr>
          <p:cNvSpPr txBox="1"/>
          <p:nvPr/>
        </p:nvSpPr>
        <p:spPr>
          <a:xfrm>
            <a:off x="1190172" y="11683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2.2  GIỚI THIỆU EXPO </a:t>
            </a:r>
          </a:p>
        </p:txBody>
      </p:sp>
    </p:spTree>
    <p:extLst>
      <p:ext uri="{BB962C8B-B14F-4D97-AF65-F5344CB8AC3E}">
        <p14:creationId xmlns:p14="http://schemas.microsoft.com/office/powerpoint/2010/main" val="420493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907D-BEA3-CDCD-07B0-95C6FCC1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4BB4FB-3A36-54A0-78D8-BE04CEB30435}"/>
              </a:ext>
            </a:extLst>
          </p:cNvPr>
          <p:cNvSpPr txBox="1">
            <a:spLocks/>
          </p:cNvSpPr>
          <p:nvPr/>
        </p:nvSpPr>
        <p:spPr>
          <a:xfrm>
            <a:off x="990600" y="3044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463BF4-5171-BE29-AEC7-C8AF75194D7B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DF731-BC7A-3878-59F1-C4036B2957F4}"/>
              </a:ext>
            </a:extLst>
          </p:cNvPr>
          <p:cNvSpPr txBox="1"/>
          <p:nvPr/>
        </p:nvSpPr>
        <p:spPr>
          <a:xfrm>
            <a:off x="990600" y="1867376"/>
            <a:ext cx="101128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b="1">
                <a:latin typeface="K2D" panose="020B0604020202020204" charset="-34"/>
                <a:cs typeface="K2D" panose="020B0604020202020204" charset="-34"/>
              </a:rPr>
              <a:t>Tạo ứng dụng nhanh chóng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: với lệnh npx create-expo-app, chỉ cần vài phút để tạo project React Native hoàn chỉnh.</a:t>
            </a:r>
            <a:endParaRPr lang="vi-VN" sz="2400">
              <a:latin typeface="K2D" panose="020B0604020202020204" charset="-34"/>
              <a:cs typeface="K2D" panose="020B0604020202020204" charset="-34"/>
            </a:endParaRPr>
          </a:p>
          <a:p>
            <a:endParaRPr lang="en-US" sz="2400">
              <a:latin typeface="K2D" panose="020B0604020202020204" charset="-34"/>
              <a:cs typeface="K2D" panose="020B0604020202020204" charset="-34"/>
            </a:endParaRPr>
          </a:p>
          <a:p>
            <a:pPr lvl="0"/>
            <a:r>
              <a:rPr lang="vi-VN" sz="2400" b="1">
                <a:latin typeface="K2D" panose="020B0604020202020204" charset="-34"/>
                <a:cs typeface="K2D" panose="020B0604020202020204" charset="-34"/>
              </a:rPr>
              <a:t>-   </a:t>
            </a:r>
            <a:r>
              <a:rPr lang="en-US" sz="2400" b="1">
                <a:latin typeface="K2D" panose="020B0604020202020204" charset="-34"/>
                <a:cs typeface="K2D" panose="020B0604020202020204" charset="-34"/>
              </a:rPr>
              <a:t>Kiểm thử đa thiết bị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: dễ dàng chạy ứng dụng trên máy ảo (Android Studio) hoặc trên điện thoại thật bằng </a:t>
            </a:r>
            <a:r>
              <a:rPr lang="en-US" sz="2400" b="1">
                <a:latin typeface="K2D" panose="020B0604020202020204" charset="-34"/>
                <a:cs typeface="K2D" panose="020B0604020202020204" charset="-34"/>
              </a:rPr>
              <a:t>Expo Go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(quét mã QR).</a:t>
            </a:r>
          </a:p>
          <a:p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br>
              <a:rPr lang="en-US" sz="2400">
                <a:latin typeface="K2D" panose="020B0604020202020204" charset="-34"/>
                <a:cs typeface="K2D" panose="020B0604020202020204" charset="-34"/>
              </a:rPr>
            </a:br>
            <a:endParaRPr lang="en-US" sz="240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5EC99-5F55-039E-351E-DA3CEEDA293D}"/>
              </a:ext>
            </a:extLst>
          </p:cNvPr>
          <p:cNvSpPr txBox="1"/>
          <p:nvPr/>
        </p:nvSpPr>
        <p:spPr>
          <a:xfrm>
            <a:off x="1190172" y="11683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2.2  GIỚI THIỆU EXPO </a:t>
            </a:r>
          </a:p>
        </p:txBody>
      </p:sp>
    </p:spTree>
    <p:extLst>
      <p:ext uri="{BB962C8B-B14F-4D97-AF65-F5344CB8AC3E}">
        <p14:creationId xmlns:p14="http://schemas.microsoft.com/office/powerpoint/2010/main" val="2250773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701" y="1422540"/>
            <a:ext cx="10515600" cy="5026386"/>
          </a:xfrm>
        </p:spPr>
        <p:txBody>
          <a:bodyPr>
            <a:normAutofit fontScale="90000"/>
          </a:bodyPr>
          <a:lstStyle/>
          <a:p>
            <a:r>
              <a:rPr lang="en-US" sz="3100" err="1">
                <a:solidFill>
                  <a:schemeClr val="tx1"/>
                </a:solidFill>
              </a:rPr>
              <a:t>Bước</a:t>
            </a:r>
            <a:r>
              <a:rPr lang="en-US" sz="3100">
                <a:solidFill>
                  <a:schemeClr val="tx1"/>
                </a:solidFill>
              </a:rPr>
              <a:t> 1: </a:t>
            </a:r>
            <a:br>
              <a:rPr lang="en-US" sz="3100"/>
            </a:br>
            <a:br>
              <a:rPr lang="en-US" dirty="0"/>
            </a:b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Cài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đặt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phần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mềm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Node.js</a:t>
            </a:r>
            <a:b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b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7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https://nodejs.org/en/download/</a:t>
            </a:r>
            <a:br>
              <a:rPr lang="en-US" sz="2700" b="0" dirty="0">
                <a:latin typeface="K2D" panose="020B0604020202020204" charset="-34"/>
                <a:cs typeface="K2D" panose="020B0604020202020204" charset="-34"/>
              </a:rPr>
            </a:br>
            <a:br>
              <a:rPr lang="en-US" sz="2700" b="0" dirty="0">
                <a:latin typeface="K2D" panose="020B0604020202020204" charset="-34"/>
                <a:cs typeface="K2D" panose="020B0604020202020204" charset="-34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93" y="3549510"/>
            <a:ext cx="9983788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681" y="3809114"/>
            <a:ext cx="14859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68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629968"/>
            <a:ext cx="10515600" cy="3647973"/>
          </a:xfrm>
        </p:spPr>
        <p:txBody>
          <a:bodyPr>
            <a:normAutofit fontScale="90000"/>
          </a:bodyPr>
          <a:lstStyle/>
          <a:p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b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r>
              <a:rPr lang="en-US" b="0">
                <a:latin typeface="Times New Roman" pitchFamily="18" charset="0"/>
                <a:cs typeface="Times New Roman" pitchFamily="18" charset="0"/>
              </a:rPr>
              <a:t>    </a:t>
            </a: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r>
              <a:rPr lang="en-US" sz="27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Cài đặt </a:t>
            </a:r>
            <a:r>
              <a:rPr lang="en-US" sz="270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Expo</a:t>
            </a:r>
            <a:r>
              <a:rPr lang="en-US" sz="27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trong </a:t>
            </a:r>
            <a:r>
              <a:rPr lang="en-US" sz="2700" b="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cmd </a:t>
            </a:r>
            <a:r>
              <a:rPr lang="en-US" sz="27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bằng lệnh </a:t>
            </a:r>
            <a:br>
              <a:rPr lang="en-US" sz="27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Trong </a:t>
            </a:r>
            <a:r>
              <a:rPr lang="en-US" sz="2700" b="0" i="1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cmd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sử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dụng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câu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lệnh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>
                <a:latin typeface="K2D" panose="020B0604020202020204" charset="-34"/>
                <a:cs typeface="K2D" panose="020B0604020202020204" charset="-34"/>
              </a:rPr>
              <a:t>  </a:t>
            </a:r>
            <a:r>
              <a:rPr lang="en-US" sz="2700" b="0" i="1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npm</a:t>
            </a:r>
            <a:r>
              <a:rPr lang="en-US" sz="27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i -g expo-cli</a:t>
            </a:r>
            <a:br>
              <a:rPr lang="en-US" sz="27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để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cài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đặt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i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expo CLI</a:t>
            </a:r>
            <a:br>
              <a:rPr lang="en-US" b="0" dirty="0"/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482" y="3289920"/>
            <a:ext cx="7076621" cy="250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3C607B4-5BD5-1E76-3907-6DF65C981666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1FB31-5D5E-B2E6-E6DA-F6A837792E93}"/>
              </a:ext>
            </a:extLst>
          </p:cNvPr>
          <p:cNvSpPr txBox="1"/>
          <p:nvPr/>
        </p:nvSpPr>
        <p:spPr>
          <a:xfrm>
            <a:off x="905793" y="10586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K2D" panose="00000500000000000000" pitchFamily="2" charset="-34"/>
                <a:ea typeface="+mj-ea"/>
                <a:cs typeface="+mj-cs"/>
              </a:rPr>
              <a:t>Bước 2 </a:t>
            </a:r>
            <a:r>
              <a:rPr 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Cài đặt </a:t>
            </a:r>
            <a:r>
              <a:rPr lang="en-US" sz="28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Expo CLI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K2D" panose="00000500000000000000" pitchFamily="2" charset="-3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067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071486"/>
            <a:ext cx="10515600" cy="2290811"/>
          </a:xfrm>
        </p:spPr>
        <p:txBody>
          <a:bodyPr>
            <a:normAutofit fontScale="90000"/>
          </a:bodyPr>
          <a:lstStyle/>
          <a:p>
            <a:r>
              <a:rPr lang="en-US"/>
              <a:t> </a:t>
            </a:r>
            <a:br>
              <a:rPr lang="en-US"/>
            </a:br>
            <a:br>
              <a:rPr lang="en-US" b="0" dirty="0"/>
            </a:br>
            <a:br>
              <a:rPr lang="en-US" b="0" dirty="0"/>
            </a:br>
            <a:br>
              <a:rPr lang="en-US" b="0" dirty="0"/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808" y="1320249"/>
            <a:ext cx="6519192" cy="435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26824E-D687-FE52-DEDC-6A2F878E96AF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F0D44-06B7-D1CD-AE06-B20D561C6F46}"/>
              </a:ext>
            </a:extLst>
          </p:cNvPr>
          <p:cNvSpPr txBox="1"/>
          <p:nvPr/>
        </p:nvSpPr>
        <p:spPr>
          <a:xfrm>
            <a:off x="905793" y="10586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K2D" panose="00000500000000000000" pitchFamily="2" charset="-34"/>
              </a:rPr>
              <a:t>Bước 2 </a:t>
            </a:r>
            <a:r>
              <a:rPr 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Cài đặt </a:t>
            </a:r>
            <a:r>
              <a:rPr lang="en-US" sz="28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Expo CLI</a:t>
            </a:r>
            <a:endParaRPr lang="en-US" sz="2800" b="1">
              <a:solidFill>
                <a:schemeClr val="tx1">
                  <a:lumMod val="95000"/>
                  <a:lumOff val="5000"/>
                </a:schemeClr>
              </a:solidFill>
              <a:latin typeface="K2D" panose="00000500000000000000" pitchFamily="2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7FEC4-B513-DBDF-C9B7-00C7DC6A6627}"/>
              </a:ext>
            </a:extLst>
          </p:cNvPr>
          <p:cNvSpPr txBox="1"/>
          <p:nvPr/>
        </p:nvSpPr>
        <p:spPr>
          <a:xfrm>
            <a:off x="545215" y="1303179"/>
            <a:ext cx="50427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endParaRPr lang="en-US" sz="2400" b="0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  <a:p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Cài đặt </a:t>
            </a:r>
            <a:r>
              <a:rPr lang="en-US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react native element </a:t>
            </a: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và </a:t>
            </a:r>
            <a:r>
              <a:rPr lang="en-US" sz="2400" b="1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react vector icon</a:t>
            </a:r>
            <a:b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b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4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-</a:t>
            </a:r>
            <a:r>
              <a:rPr lang="en-US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Trong cmd sử dụng câu lệnh: </a:t>
            </a:r>
            <a:br>
              <a:rPr lang="en-US" sz="24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400" b="0">
                <a:latin typeface="K2D" panose="020B0604020202020204" charset="-34"/>
                <a:cs typeface="K2D" panose="020B0604020202020204" charset="-34"/>
              </a:rPr>
              <a:t>npm i react-native-vector-icons</a:t>
            </a:r>
            <a:br>
              <a:rPr lang="en-US" sz="2400" b="0">
                <a:latin typeface="K2D" panose="020B0604020202020204" charset="-34"/>
                <a:cs typeface="K2D" panose="020B0604020202020204" charset="-34"/>
              </a:rPr>
            </a:br>
            <a:r>
              <a:rPr lang="en-US" sz="2400" b="0">
                <a:latin typeface="K2D" panose="020B0604020202020204" charset="-34"/>
                <a:cs typeface="K2D" panose="020B0604020202020204" charset="-34"/>
              </a:rPr>
              <a:t>npm i react-native-elements</a:t>
            </a:r>
            <a:endParaRPr lang="en-US" sz="2400">
              <a:latin typeface="K2D" panose="020B0604020202020204" charset="-34"/>
              <a:cs typeface="K2D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21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63383"/>
            <a:ext cx="10515600" cy="5197640"/>
          </a:xfrm>
        </p:spPr>
        <p:txBody>
          <a:bodyPr>
            <a:normAutofit fontScale="90000"/>
          </a:bodyPr>
          <a:lstStyle/>
          <a:p>
            <a:r>
              <a:rPr lang="en-US" sz="310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Bước</a:t>
            </a:r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3:  </a:t>
            </a:r>
            <a:r>
              <a:rPr lang="en-US" sz="310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Tạo</a:t>
            </a:r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Project</a:t>
            </a:r>
            <a:b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7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Tạo </a:t>
            </a:r>
            <a:r>
              <a:rPr lang="en-US" sz="27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một</a:t>
            </a:r>
            <a:r>
              <a:rPr lang="en-US" sz="2700" b="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thư</a:t>
            </a:r>
            <a:r>
              <a:rPr lang="en-US" sz="2700" b="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mục</a:t>
            </a:r>
            <a:r>
              <a:rPr lang="en-US" sz="2700" b="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để</a:t>
            </a:r>
            <a:r>
              <a:rPr lang="en-US" sz="2700" b="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lưu</a:t>
            </a:r>
            <a:r>
              <a:rPr lang="en-US" sz="2700" b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Project  -&gt;</a:t>
            </a: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Chạy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cmd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trong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thư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mục   -&gt; </a:t>
            </a:r>
            <a:b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vừa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khởi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tạo</a:t>
            </a: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217" y="1325841"/>
            <a:ext cx="3846286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122" y="3827184"/>
            <a:ext cx="532447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0997BB9-5B07-CB76-149D-32B633D178E3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</p:spTree>
    <p:extLst>
      <p:ext uri="{BB962C8B-B14F-4D97-AF65-F5344CB8AC3E}">
        <p14:creationId xmlns:p14="http://schemas.microsoft.com/office/powerpoint/2010/main" val="1962578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197" y="1422540"/>
            <a:ext cx="10515600" cy="4923390"/>
          </a:xfrm>
        </p:spPr>
        <p:txBody>
          <a:bodyPr>
            <a:normAutofit fontScale="90000"/>
          </a:bodyPr>
          <a:lstStyle/>
          <a:p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Bước 3:  Tạo Project</a:t>
            </a: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r>
              <a:rPr lang="en-US" b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Sử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dụng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câu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lệnh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npx create-expo-app </a:t>
            </a:r>
            <a:r>
              <a:rPr lang="en-US" sz="27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&lt;</a:t>
            </a:r>
            <a:r>
              <a:rPr lang="en-US" sz="270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tên project</a:t>
            </a:r>
            <a:r>
              <a:rPr lang="en-US" sz="27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&gt;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để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tạo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Project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mới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br>
              <a:rPr lang="en-US" sz="22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200" b="0" i="1" dirty="0">
                <a:solidFill>
                  <a:schemeClr val="tx1"/>
                </a:solidFill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04" y="2425638"/>
            <a:ext cx="10156992" cy="377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E1940F-E63D-FB5C-7E48-65A754BE2E91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</p:spTree>
    <p:extLst>
      <p:ext uri="{BB962C8B-B14F-4D97-AF65-F5344CB8AC3E}">
        <p14:creationId xmlns:p14="http://schemas.microsoft.com/office/powerpoint/2010/main" val="283939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129" y="1422540"/>
            <a:ext cx="10515600" cy="4923390"/>
          </a:xfrm>
        </p:spPr>
        <p:txBody>
          <a:bodyPr>
            <a:normAutofit fontScale="90000"/>
          </a:bodyPr>
          <a:lstStyle/>
          <a:p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Bước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3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Tạo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Project</a:t>
            </a: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r>
              <a:rPr lang="en-US" b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Sử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dụng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câu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lệnh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npx create-expo-app &lt;tên project&gt;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để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tạo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Project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mới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br>
              <a:rPr lang="en-US" sz="22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200" b="0" i="1" dirty="0">
                <a:solidFill>
                  <a:schemeClr val="tx1"/>
                </a:solidFill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818" y="2540676"/>
            <a:ext cx="9352364" cy="3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FFB5A0-F25D-C8D3-7254-20C46FEE0B19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</p:spTree>
    <p:extLst>
      <p:ext uri="{BB962C8B-B14F-4D97-AF65-F5344CB8AC3E}">
        <p14:creationId xmlns:p14="http://schemas.microsoft.com/office/powerpoint/2010/main" val="3504434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164658"/>
            <a:ext cx="10515600" cy="5197640"/>
          </a:xfrm>
        </p:spPr>
        <p:txBody>
          <a:bodyPr>
            <a:normAutofit fontScale="90000"/>
          </a:bodyPr>
          <a:lstStyle/>
          <a:p>
            <a:r>
              <a:rPr lang="en-US" sz="3100" err="1">
                <a:solidFill>
                  <a:schemeClr val="tx1">
                    <a:lumMod val="95000"/>
                    <a:lumOff val="5000"/>
                  </a:schemeClr>
                </a:solidFill>
              </a:rPr>
              <a:t>Bước</a:t>
            </a:r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</a:rPr>
              <a:t> 4: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Chạy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máy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ảo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trên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phần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100" err="1">
                <a:solidFill>
                  <a:schemeClr val="tx1">
                    <a:lumMod val="95000"/>
                    <a:lumOff val="5000"/>
                  </a:schemeClr>
                </a:solidFill>
              </a:rPr>
              <a:t>mềm</a:t>
            </a:r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</a:rPr>
              <a:t> androi</a:t>
            </a:r>
            <a:r>
              <a:rPr lang="vi-VN" sz="310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studio</a:t>
            </a:r>
            <a:br>
              <a:rPr lang="en-US"/>
            </a:br>
            <a:br>
              <a:rPr lang="en-US"/>
            </a:br>
            <a:r>
              <a:rPr lang="en-US" sz="3100">
                <a:solidFill>
                  <a:schemeClr val="tx1"/>
                </a:solidFill>
              </a:rPr>
              <a:t> - </a:t>
            </a:r>
            <a:r>
              <a:rPr lang="en-US" sz="2400" b="0">
                <a:solidFill>
                  <a:schemeClr val="tx1"/>
                </a:solidFill>
              </a:rPr>
              <a:t>Chọn </a:t>
            </a:r>
            <a:r>
              <a:rPr lang="en-US" sz="2400" b="0" dirty="0">
                <a:solidFill>
                  <a:schemeClr val="tx1"/>
                </a:solidFill>
              </a:rPr>
              <a:t>New Project – Empty Activity</a:t>
            </a:r>
            <a:br>
              <a:rPr lang="en-US" dirty="0"/>
            </a:br>
            <a:br>
              <a:rPr lang="en-US" dirty="0"/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370" y="2892073"/>
            <a:ext cx="5073316" cy="3052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155" y="2892072"/>
            <a:ext cx="2695575" cy="3052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1E3F93-F056-387F-5B5D-51FB67BF26EA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</p:spTree>
    <p:extLst>
      <p:ext uri="{BB962C8B-B14F-4D97-AF65-F5344CB8AC3E}">
        <p14:creationId xmlns:p14="http://schemas.microsoft.com/office/powerpoint/2010/main" val="418884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391" y="2507640"/>
            <a:ext cx="5934993" cy="4639376"/>
          </a:xfrm>
        </p:spPr>
        <p:txBody>
          <a:bodyPr>
            <a:normAutofit fontScale="90000"/>
          </a:bodyPr>
          <a:lstStyle/>
          <a:p>
            <a:r>
              <a:rPr lang="en-US" sz="310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Bước</a:t>
            </a:r>
            <a:r>
              <a:rPr lang="en-US" sz="31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5: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Bắt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đầu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làm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việc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với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project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đã</a:t>
            </a:r>
            <a:r>
              <a:rPr lang="en-US" sz="31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3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tạo</a:t>
            </a:r>
            <a:br>
              <a:rPr lang="en-US" b="0">
                <a:latin typeface="Times New Roman" pitchFamily="18" charset="0"/>
                <a:cs typeface="Times New Roman" pitchFamily="18" charset="0"/>
              </a:rPr>
            </a:br>
            <a:br>
              <a:rPr lang="en-US" sz="3100" b="0" i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700" b="0">
                <a:latin typeface="K2D" panose="020B0604020202020204" charset="-34"/>
                <a:cs typeface="K2D" panose="020B0604020202020204" charset="-34"/>
              </a:rPr>
              <a:t>-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Sử dụng câu lệnh </a:t>
            </a:r>
            <a:r>
              <a:rPr lang="en-US" sz="2700" b="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cd &lt;tên project&gt; 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để di chuyển đến project đã tạo lúc trước</a:t>
            </a:r>
            <a:br>
              <a:rPr lang="en-US" sz="3100" b="0" i="1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200" b="0" i="1" dirty="0">
                <a:solidFill>
                  <a:schemeClr val="tx1"/>
                </a:solidFill>
              </a:rPr>
              <a:t> </a:t>
            </a: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-Bắt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đầu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chạy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dự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án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bằng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dòng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lệnh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n</a:t>
            </a:r>
            <a:r>
              <a:rPr lang="vi-VN" sz="2700" b="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pm</a:t>
            </a:r>
            <a:r>
              <a:rPr lang="en-US" sz="2700" b="0" i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start</a:t>
            </a:r>
            <a:br>
              <a:rPr lang="en-US" sz="2700" b="0" dirty="0">
                <a:latin typeface="K2D" panose="020B0604020202020204" charset="-34"/>
                <a:cs typeface="K2D" panose="020B0604020202020204" charset="-34"/>
              </a:rPr>
            </a:br>
            <a:br>
              <a:rPr lang="en-US" sz="2700" b="0" dirty="0">
                <a:latin typeface="K2D" panose="020B0604020202020204" charset="-34"/>
                <a:cs typeface="K2D" panose="020B0604020202020204" charset="-34"/>
              </a:rPr>
            </a:b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Khi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chạy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thành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công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sẽ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cho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ra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kết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quả       </a:t>
            </a:r>
            <a:r>
              <a:rPr lang="en-US" sz="2700" b="0" dirty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như</a:t>
            </a:r>
            <a:r>
              <a:rPr lang="en-US" sz="2700" b="0" dirty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700" b="0" err="1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hình</a:t>
            </a:r>
            <a:r>
              <a:rPr lang="en-US" sz="2700" b="0">
                <a:solidFill>
                  <a:schemeClr val="tx1"/>
                </a:solidFill>
                <a:latin typeface="K2D" panose="020B0604020202020204" charset="-34"/>
                <a:cs typeface="K2D" panose="020B0604020202020204" charset="-34"/>
              </a:rPr>
              <a:t> bên                                                   </a:t>
            </a:r>
            <a:br>
              <a:rPr lang="en-US" sz="2000" b="0" dirty="0">
                <a:solidFill>
                  <a:schemeClr val="tx1"/>
                </a:solidFill>
              </a:rPr>
            </a:br>
            <a:br>
              <a:rPr lang="en-US" sz="2400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br>
              <a:rPr lang="en-US" b="0" dirty="0">
                <a:latin typeface="Times New Roman" pitchFamily="18" charset="0"/>
                <a:cs typeface="Times New Roman" pitchFamily="18" charset="0"/>
              </a:rPr>
            </a:b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0600" y="3044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endParaRPr lang="vi-V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219" y="3132492"/>
            <a:ext cx="343852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963" y="1629967"/>
            <a:ext cx="4018318" cy="4639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08EC229-7E1A-6D94-8CFE-0F6EC1F6C98E}"/>
              </a:ext>
            </a:extLst>
          </p:cNvPr>
          <p:cNvSpPr txBox="1">
            <a:spLocks/>
          </p:cNvSpPr>
          <p:nvPr/>
        </p:nvSpPr>
        <p:spPr>
          <a:xfrm>
            <a:off x="905793" y="96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II. </a:t>
            </a:r>
            <a:r>
              <a:rPr lang="vi-VN"/>
              <a:t>Các bước thực hiện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EBACC622-47C6-16B5-D783-818E8D00AF16}"/>
              </a:ext>
            </a:extLst>
          </p:cNvPr>
          <p:cNvSpPr txBox="1">
            <a:spLocks/>
          </p:cNvSpPr>
          <p:nvPr/>
        </p:nvSpPr>
        <p:spPr>
          <a:xfrm>
            <a:off x="6840384" y="4113567"/>
            <a:ext cx="5959476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526700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2" b="13642"/>
          <a:stretch>
            <a:fillRect/>
          </a:stretch>
        </p:blipFill>
        <p:spPr bwMode="auto">
          <a:xfrm>
            <a:off x="433137" y="490264"/>
            <a:ext cx="3975234" cy="5693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72B535-3F24-2C54-3D6C-685BCFAB3C5D}"/>
              </a:ext>
            </a:extLst>
          </p:cNvPr>
          <p:cNvSpPr txBox="1">
            <a:spLocks/>
          </p:cNvSpPr>
          <p:nvPr/>
        </p:nvSpPr>
        <p:spPr>
          <a:xfrm>
            <a:off x="5289108" y="126007"/>
            <a:ext cx="6902892" cy="1296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III. Tìm hiểu về Text trong React-Native</a:t>
            </a:r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CA116-EA38-3FF0-4E6B-035A1ED263C6}"/>
              </a:ext>
            </a:extLst>
          </p:cNvPr>
          <p:cNvSpPr txBox="1"/>
          <p:nvPr/>
        </p:nvSpPr>
        <p:spPr>
          <a:xfrm>
            <a:off x="5289108" y="1536174"/>
            <a:ext cx="67432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Về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cơ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bản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thì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Text </a:t>
            </a:r>
            <a:r>
              <a:rPr lang="vi-VN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dùng </a:t>
            </a:r>
            <a:r>
              <a:rPr lang="vi-V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để hiển thị nội dung </a:t>
            </a:r>
            <a:r>
              <a:rPr lang="vi-VN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văn bản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  <a:p>
            <a:pPr marL="342900" indent="-342900">
              <a:buFontTx/>
              <a:buChar char="-"/>
            </a:pPr>
            <a:r>
              <a:rPr lang="vi-VN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Hiển </a:t>
            </a:r>
            <a:r>
              <a:rPr lang="vi-V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thị chữ, số, biểu tượng cảm xúc, v.</a:t>
            </a:r>
            <a:r>
              <a:rPr lang="vi-VN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v.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  <a:p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- </a:t>
            </a:r>
            <a:r>
              <a:rPr lang="vi-V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Cho phép định dạng văn bản (màu sắc, cỡ chữ, in đậm, in nghiêng, gạch chân, v.v.)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- </a:t>
            </a:r>
            <a:r>
              <a:rPr lang="vi-V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Có thể lồng nhau (nhiều thẻ &lt;Text&gt; bên trong nhau để tạo định dạng khác nhau cho từng </a:t>
            </a:r>
            <a:r>
              <a:rPr lang="vi-VN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phần)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K2D" panose="020B0604020202020204" charset="-34"/>
                <a:cs typeface="K2D" panose="020B0604020202020204" charset="-34"/>
              </a:rPr>
              <a:t>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K2D" panose="020B0604020202020204" charset="-34"/>
              <a:cs typeface="K2D" panose="020B0604020202020204" charset="-3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7D846C-9C28-23F4-3342-DFD01B398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209" y="-407758"/>
            <a:ext cx="5959476" cy="1183907"/>
          </a:xfrm>
        </p:spPr>
        <p:txBody>
          <a:bodyPr/>
          <a:lstStyle/>
          <a:p>
            <a:r>
              <a:rPr lang="en-US"/>
              <a:t>IV. Ví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142214" y="1485416"/>
            <a:ext cx="7049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K2D" panose="020B0604020202020204" charset="-34"/>
                <a:cs typeface="K2D" panose="020B0604020202020204" charset="-34"/>
              </a:rPr>
              <a:t> Hiển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thị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err="1">
                <a:latin typeface="K2D" panose="020B0604020202020204" charset="-34"/>
                <a:cs typeface="K2D" panose="020B0604020202020204" charset="-34"/>
              </a:rPr>
              <a:t>dòng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ch</a:t>
            </a:r>
            <a:r>
              <a:rPr lang="vi-VN" sz="2400">
                <a:latin typeface="K2D" panose="020B0604020202020204" charset="-34"/>
                <a:cs typeface="K2D" panose="020B0604020202020204" charset="-34"/>
              </a:rPr>
              <a:t>ữ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Nhóm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1 KC359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lên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err="1">
                <a:latin typeface="K2D" panose="020B0604020202020204" charset="-34"/>
                <a:cs typeface="K2D" panose="020B0604020202020204" charset="-34"/>
              </a:rPr>
              <a:t>màn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hình:</a:t>
            </a:r>
            <a:endParaRPr lang="en-US" sz="2400" dirty="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09" y="336884"/>
            <a:ext cx="3442063" cy="5971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789" y="2181709"/>
            <a:ext cx="50292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00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96026" y="1511165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Xuống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dòng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err="1">
                <a:latin typeface="K2D" panose="020B0604020202020204" charset="-34"/>
                <a:cs typeface="K2D" panose="020B0604020202020204" charset="-34"/>
              </a:rPr>
              <a:t>bằng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lệnh</a:t>
            </a:r>
            <a:r>
              <a:rPr lang="vi-VN" sz="2400">
                <a:latin typeface="K2D" panose="020B0604020202020204" charset="-34"/>
                <a:cs typeface="K2D" panose="020B0604020202020204" charset="-34"/>
              </a:rPr>
              <a:t>\n</a:t>
            </a:r>
            <a:endParaRPr lang="en-US" sz="2400" dirty="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15" y="2300088"/>
            <a:ext cx="6842142" cy="343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901"/>
            <a:ext cx="4767699" cy="5427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A35EAEB1-8020-A862-A8F8-D8C7DF969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209" y="-407758"/>
            <a:ext cx="5959476" cy="1183907"/>
          </a:xfrm>
        </p:spPr>
        <p:txBody>
          <a:bodyPr/>
          <a:lstStyle/>
          <a:p>
            <a:r>
              <a:rPr lang="en-US"/>
              <a:t>IV. Ví </a:t>
            </a:r>
            <a:r>
              <a:rPr lang="en-US" dirty="0" err="1"/>
              <a:t>dụ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79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1280" y="1211046"/>
            <a:ext cx="6217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Thay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err="1">
                <a:latin typeface="K2D" panose="020B0604020202020204" charset="-34"/>
                <a:cs typeface="K2D" panose="020B0604020202020204" charset="-34"/>
              </a:rPr>
              <a:t>đổi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c</a:t>
            </a:r>
            <a:r>
              <a:rPr lang="vi-VN" sz="2400">
                <a:latin typeface="K2D" panose="020B0604020202020204" charset="-34"/>
                <a:cs typeface="K2D" panose="020B0604020202020204" charset="-34"/>
              </a:rPr>
              <a:t>ỡ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chữ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và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err="1">
                <a:latin typeface="K2D" panose="020B0604020202020204" charset="-34"/>
                <a:cs typeface="K2D" panose="020B0604020202020204" charset="-34"/>
              </a:rPr>
              <a:t>màu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ch</a:t>
            </a:r>
            <a:r>
              <a:rPr lang="vi-VN" sz="2400">
                <a:latin typeface="K2D" panose="020B0604020202020204" charset="-34"/>
                <a:cs typeface="K2D" panose="020B0604020202020204" charset="-34"/>
              </a:rPr>
              <a:t>ữ</a:t>
            </a:r>
            <a:endParaRPr lang="en-US" sz="2400" dirty="0">
              <a:latin typeface="K2D" panose="020B0604020202020204" charset="-34"/>
              <a:cs typeface="K2D" panose="020B0604020202020204" charset="-34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719" y="1927037"/>
            <a:ext cx="6212597" cy="3853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95" y="256053"/>
            <a:ext cx="3485717" cy="601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B46598DC-9BE5-3296-A403-FECABB8E8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209" y="-407758"/>
            <a:ext cx="5959476" cy="1183907"/>
          </a:xfrm>
        </p:spPr>
        <p:txBody>
          <a:bodyPr/>
          <a:lstStyle/>
          <a:p>
            <a:r>
              <a:rPr lang="en-US"/>
              <a:t>IV. Ví </a:t>
            </a:r>
            <a:r>
              <a:rPr lang="en-US" dirty="0" err="1"/>
              <a:t>dụ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5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85888" y="1041226"/>
            <a:ext cx="6593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Kết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hợp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Text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với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View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để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thay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đổi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vị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err="1">
                <a:latin typeface="K2D" panose="020B0604020202020204" charset="-34"/>
                <a:cs typeface="K2D" panose="020B0604020202020204" charset="-34"/>
              </a:rPr>
              <a:t>trí</a:t>
            </a:r>
            <a:r>
              <a:rPr lang="en-US" sz="2400">
                <a:latin typeface="K2D" panose="020B0604020202020204" charset="-34"/>
                <a:cs typeface="K2D" panose="020B0604020202020204" charset="-34"/>
              </a:rPr>
              <a:t> chữ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trên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màn</a:t>
            </a:r>
            <a:r>
              <a:rPr lang="en-US" sz="2400" dirty="0">
                <a:latin typeface="K2D" panose="020B0604020202020204" charset="-34"/>
                <a:cs typeface="K2D" panose="020B0604020202020204" charset="-34"/>
              </a:rPr>
              <a:t> </a:t>
            </a:r>
            <a:r>
              <a:rPr lang="en-US" sz="2400" dirty="0" err="1">
                <a:latin typeface="K2D" panose="020B0604020202020204" charset="-34"/>
                <a:cs typeface="K2D" panose="020B0604020202020204" charset="-34"/>
              </a:rPr>
              <a:t>hình</a:t>
            </a:r>
            <a:endParaRPr lang="en-US" sz="2400" dirty="0">
              <a:latin typeface="K2D" panose="020B0604020202020204" charset="-34"/>
              <a:cs typeface="K2D" panose="020B0604020202020204" charset="-34"/>
            </a:endParaRPr>
          </a:p>
          <a:p>
            <a:endParaRPr lang="en-US" sz="2400" dirty="0"/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487" y="1869017"/>
            <a:ext cx="4326706" cy="4474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/>
      </p:sp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24" y="182880"/>
            <a:ext cx="3291840" cy="616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8F6DFA28-1570-F15F-F01D-A57F5CC98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209" y="-407758"/>
            <a:ext cx="5959476" cy="1183907"/>
          </a:xfrm>
        </p:spPr>
        <p:txBody>
          <a:bodyPr/>
          <a:lstStyle/>
          <a:p>
            <a:r>
              <a:rPr lang="en-US"/>
              <a:t>IV. Ví </a:t>
            </a:r>
            <a:r>
              <a:rPr lang="en-US" dirty="0" err="1"/>
              <a:t>dụ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45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DCB2F6-BB75-1281-853B-0982F5045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4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B1602E-87A1-B7F3-2530-E565912D680A}"/>
              </a:ext>
            </a:extLst>
          </p:cNvPr>
          <p:cNvSpPr txBox="1"/>
          <p:nvPr/>
        </p:nvSpPr>
        <p:spPr>
          <a:xfrm>
            <a:off x="1553028" y="2239220"/>
            <a:ext cx="908594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K2D" panose="020B0604020202020204" charset="-34"/>
                <a:ea typeface="+mj-ea"/>
                <a:cs typeface="K2D" panose="020B0604020202020204" charset="-34"/>
              </a:rPr>
              <a:t>CHÂN THÀNH CẢM ƠN THẦY VÀ</a:t>
            </a:r>
          </a:p>
          <a:p>
            <a:r>
              <a:rPr lang="en-US" sz="4400" b="1">
                <a:solidFill>
                  <a:schemeClr val="bg1"/>
                </a:solidFill>
                <a:latin typeface="K2D" panose="020B0604020202020204" charset="-34"/>
                <a:ea typeface="+mj-ea"/>
                <a:cs typeface="K2D" panose="020B0604020202020204" charset="-34"/>
              </a:rPr>
              <a:t>      CÁC BẠN ĐÃ LẮNG NGHE </a:t>
            </a:r>
          </a:p>
        </p:txBody>
      </p:sp>
    </p:spTree>
    <p:extLst>
      <p:ext uri="{BB962C8B-B14F-4D97-AF65-F5344CB8AC3E}">
        <p14:creationId xmlns:p14="http://schemas.microsoft.com/office/powerpoint/2010/main" val="208745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892</TotalTime>
  <Words>1118</Words>
  <Application>Microsoft Office PowerPoint</Application>
  <PresentationFormat>Widescreen</PresentationFormat>
  <Paragraphs>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Readex Pro</vt:lpstr>
      <vt:lpstr>K2D</vt:lpstr>
      <vt:lpstr>Arial</vt:lpstr>
      <vt:lpstr>Times New Roman</vt:lpstr>
      <vt:lpstr>Barlow</vt:lpstr>
      <vt:lpstr>Office Theme</vt:lpstr>
      <vt:lpstr>BÁO CÁO PHÂN CÔNG KHẢO SÁT UI</vt:lpstr>
      <vt:lpstr>  Giảng viên hướng dẫn: TS. Nguyễn Văn Khanh </vt:lpstr>
      <vt:lpstr>Yêu cầu </vt:lpstr>
      <vt:lpstr>I. Giới thiệu cơ bản về React Native </vt:lpstr>
      <vt:lpstr>I. Giới thiệu cơ bản về React Native </vt:lpstr>
      <vt:lpstr>        </vt:lpstr>
      <vt:lpstr>PowerPoint Presentation</vt:lpstr>
      <vt:lpstr>PowerPoint Presentation</vt:lpstr>
      <vt:lpstr>Bước 1:   Cài đặt phần mềm Node.js  https://nodejs.org/en/download/        </vt:lpstr>
      <vt:lpstr>          Cài đặt Expo trong cmd bằng lệnh  Trong cmd sử dụng câu lệnh   npm i -g expo-cli để cài đặt expo CLI         </vt:lpstr>
      <vt:lpstr>             </vt:lpstr>
      <vt:lpstr>Bước 3:  Tạo Project  - Tạo một thư mục để lưu Project  -&gt;     - Chạy cmd trong thư mục   -&gt;  vừa khởi tạo     </vt:lpstr>
      <vt:lpstr>Bước 3:  Tạo Project  -Sử dụng câu lệnh npx create-expo-app &lt;tên project&gt; để tạo Project mới           </vt:lpstr>
      <vt:lpstr>Bước 3 Tạo Project  -Sử dụng câu lệnh npx create-expo-app &lt;tên project&gt; để tạo Project mới           </vt:lpstr>
      <vt:lpstr>Bước 4: Chạy máy ảo trên phần mềm android studio   - Chọn New Project – Empty Activity        </vt:lpstr>
      <vt:lpstr>Bước 5: Bắt đầu làm việc với project đã tạo  -Sử dụng câu lệnh cd &lt;tên project&gt; để di chuyển đến project đã tạo lúc trước      -Bắt đầu chạy dự án bằng dòng lệnh npm start  Khi chạy thành công sẽ cho ra kết quả       như hình bên                                                         </vt:lpstr>
      <vt:lpstr>PowerPoint Presentation</vt:lpstr>
      <vt:lpstr>IV. Ví dụ</vt:lpstr>
      <vt:lpstr>IV. Ví dụ</vt:lpstr>
      <vt:lpstr>IV. Ví dụ</vt:lpstr>
      <vt:lpstr>IV. Ví dụ</vt:lpstr>
      <vt:lpstr>PowerPoint Presentation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Trí Minh</cp:lastModifiedBy>
  <cp:revision>302</cp:revision>
  <dcterms:created xsi:type="dcterms:W3CDTF">2022-07-01T08:15:00Z</dcterms:created>
  <dcterms:modified xsi:type="dcterms:W3CDTF">2025-06-17T12:26:06Z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DD4FD8CAAFD846D08EBA1C9889C75F14_12</vt:lpwstr>
  </property>
  <property fmtid="{D5CDD505-2E9C-101B-9397-08002B2CF9AE}" pid="3" name="KSOProductBuildVer">
    <vt:lpwstr>1033-12.2.0.21179</vt:lpwstr>
  </property>
</Properties>
</file>